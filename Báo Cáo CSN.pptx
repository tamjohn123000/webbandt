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86" r:id="rId22"/>
    <p:sldId id="277" r:id="rId23"/>
    <p:sldId id="278" r:id="rId24"/>
    <p:sldId id="273" r:id="rId25"/>
    <p:sldId id="279" r:id="rId26"/>
    <p:sldId id="280" r:id="rId27"/>
    <p:sldId id="281" r:id="rId28"/>
    <p:sldId id="282" r:id="rId29"/>
    <p:sldId id="283" r:id="rId30"/>
    <p:sldId id="287" r:id="rId31"/>
    <p:sldId id="288" r:id="rId32"/>
    <p:sldId id="289" r:id="rId33"/>
    <p:sldId id="290" r:id="rId34"/>
    <p:sldId id="291" r:id="rId35"/>
    <p:sldId id="285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7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91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4DE082-0E5C-453F-BD6F-31405305D9BA}" type="doc">
      <dgm:prSet loTypeId="urn:microsoft.com/office/officeart/2005/8/layout/chevron2" loCatId="list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vi-VN"/>
        </a:p>
      </dgm:t>
    </dgm:pt>
    <dgm:pt modelId="{D1FE155E-CB0B-48D0-815E-D357A7BDF69D}">
      <dgm:prSet custT="1"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en-US" sz="2800" b="1" dirty="0">
              <a:latin typeface="Times New Roman" panose="02020603050405020304" pitchFamily="18" charset="0"/>
              <a:cs typeface="Times New Roman" panose="02020603050405020304" pitchFamily="18" charset="0"/>
            </a:rPr>
            <a:t>5. KẾT LUẬN VÀ HƯỚNG PHÁT TRIỂN</a:t>
          </a:r>
          <a:endParaRPr lang="en-US" sz="2800" dirty="0"/>
        </a:p>
      </dgm:t>
    </dgm:pt>
    <dgm:pt modelId="{E702D801-817C-4F90-B394-102A40B65BB7}" type="parTrans" cxnId="{9DD79E2D-B8BE-4A3A-8502-D43DE3FCCCC6}">
      <dgm:prSet/>
      <dgm:spPr/>
      <dgm:t>
        <a:bodyPr/>
        <a:lstStyle/>
        <a:p>
          <a:endParaRPr lang="en-US"/>
        </a:p>
      </dgm:t>
    </dgm:pt>
    <dgm:pt modelId="{7AA4EBD5-1524-4BC8-B924-18F00346CDF7}" type="sibTrans" cxnId="{9DD79E2D-B8BE-4A3A-8502-D43DE3FCCCC6}">
      <dgm:prSet/>
      <dgm:spPr/>
      <dgm:t>
        <a:bodyPr/>
        <a:lstStyle/>
        <a:p>
          <a:endParaRPr lang="en-US"/>
        </a:p>
      </dgm:t>
    </dgm:pt>
    <dgm:pt modelId="{05DB91E9-3D30-4EAB-9F8A-F0D71F35A382}">
      <dgm:prSet/>
      <dgm:spPr>
        <a:solidFill>
          <a:schemeClr val="tx2">
            <a:lumMod val="75000"/>
            <a:lumOff val="25000"/>
          </a:schemeClr>
        </a:solidFill>
      </dgm:spPr>
      <dgm:t>
        <a:bodyPr/>
        <a:lstStyle/>
        <a:p>
          <a:endParaRPr lang="en-US" dirty="0"/>
        </a:p>
      </dgm:t>
    </dgm:pt>
    <dgm:pt modelId="{257124B0-3878-4832-A522-BB48DC29826E}" type="sibTrans" cxnId="{4F8A1F97-2FCC-475B-8408-B62E76BB9F31}">
      <dgm:prSet/>
      <dgm:spPr/>
      <dgm:t>
        <a:bodyPr/>
        <a:lstStyle/>
        <a:p>
          <a:endParaRPr lang="en-US"/>
        </a:p>
      </dgm:t>
    </dgm:pt>
    <dgm:pt modelId="{2C14B3AA-83E7-4E78-976A-EE2A29EAF19B}" type="parTrans" cxnId="{4F8A1F97-2FCC-475B-8408-B62E76BB9F31}">
      <dgm:prSet/>
      <dgm:spPr/>
      <dgm:t>
        <a:bodyPr/>
        <a:lstStyle/>
        <a:p>
          <a:endParaRPr lang="en-US"/>
        </a:p>
      </dgm:t>
    </dgm:pt>
    <dgm:pt modelId="{3B1A66D7-CBBF-4456-992F-7D7BEB3B25FC}">
      <dgm:prSet/>
      <dgm:spPr>
        <a:solidFill>
          <a:schemeClr val="tx2">
            <a:lumMod val="75000"/>
            <a:lumOff val="25000"/>
          </a:schemeClr>
        </a:solidFill>
      </dgm:spPr>
      <dgm:t>
        <a:bodyPr/>
        <a:lstStyle/>
        <a:p>
          <a:endParaRPr lang="en-US"/>
        </a:p>
      </dgm:t>
    </dgm:pt>
    <dgm:pt modelId="{4E5706B7-456D-4961-AA29-AAB8FA969F67}" type="parTrans" cxnId="{DE199CBD-91A2-4857-8D1A-6C1AA4251A67}">
      <dgm:prSet/>
      <dgm:spPr/>
      <dgm:t>
        <a:bodyPr/>
        <a:lstStyle/>
        <a:p>
          <a:endParaRPr lang="en-US"/>
        </a:p>
      </dgm:t>
    </dgm:pt>
    <dgm:pt modelId="{CECD90F0-9910-4A9B-A871-7C7B7181E3F8}" type="sibTrans" cxnId="{DE199CBD-91A2-4857-8D1A-6C1AA4251A67}">
      <dgm:prSet/>
      <dgm:spPr/>
      <dgm:t>
        <a:bodyPr/>
        <a:lstStyle/>
        <a:p>
          <a:endParaRPr lang="en-US"/>
        </a:p>
      </dgm:t>
    </dgm:pt>
    <dgm:pt modelId="{552CF3EC-51F6-4D9B-A305-C10C3A056055}">
      <dgm:prSet custT="1"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en-US" sz="2800" b="1" dirty="0">
              <a:latin typeface="Times New Roman" panose="02020603050405020304" pitchFamily="18" charset="0"/>
              <a:cs typeface="Times New Roman" panose="02020603050405020304" pitchFamily="18" charset="0"/>
            </a:rPr>
            <a:t>1. TỔNG QUAN NGHIÊN CỨU</a:t>
          </a:r>
          <a:endParaRPr lang="en-US" sz="2800" dirty="0"/>
        </a:p>
      </dgm:t>
    </dgm:pt>
    <dgm:pt modelId="{DACCBDF7-F170-4410-A7FD-C93FAE0D067B}" type="parTrans" cxnId="{C4892599-8293-4E5C-8217-DA768A1B99C1}">
      <dgm:prSet/>
      <dgm:spPr/>
      <dgm:t>
        <a:bodyPr/>
        <a:lstStyle/>
        <a:p>
          <a:endParaRPr lang="en-US"/>
        </a:p>
      </dgm:t>
    </dgm:pt>
    <dgm:pt modelId="{625BE974-CD56-4725-8427-FC1692D3E121}" type="sibTrans" cxnId="{C4892599-8293-4E5C-8217-DA768A1B99C1}">
      <dgm:prSet/>
      <dgm:spPr/>
      <dgm:t>
        <a:bodyPr/>
        <a:lstStyle/>
        <a:p>
          <a:endParaRPr lang="en-US"/>
        </a:p>
      </dgm:t>
    </dgm:pt>
    <dgm:pt modelId="{E7B2640F-4323-4D0C-8298-80A8E931EE5F}">
      <dgm:prSet/>
      <dgm:spPr>
        <a:solidFill>
          <a:schemeClr val="tx2">
            <a:lumMod val="75000"/>
            <a:lumOff val="25000"/>
          </a:schemeClr>
        </a:solidFill>
      </dgm:spPr>
      <dgm:t>
        <a:bodyPr/>
        <a:lstStyle/>
        <a:p>
          <a:endParaRPr lang="en-US"/>
        </a:p>
      </dgm:t>
    </dgm:pt>
    <dgm:pt modelId="{7042E2A5-D59B-4172-801D-3B3D22B5AA4A}" type="parTrans" cxnId="{2CF61084-D542-49D9-81B9-7BB6D0A922AD}">
      <dgm:prSet/>
      <dgm:spPr/>
      <dgm:t>
        <a:bodyPr/>
        <a:lstStyle/>
        <a:p>
          <a:endParaRPr lang="en-US"/>
        </a:p>
      </dgm:t>
    </dgm:pt>
    <dgm:pt modelId="{89EDB606-2D79-4A4F-97B8-7D55378121EB}" type="sibTrans" cxnId="{2CF61084-D542-49D9-81B9-7BB6D0A922AD}">
      <dgm:prSet/>
      <dgm:spPr/>
      <dgm:t>
        <a:bodyPr/>
        <a:lstStyle/>
        <a:p>
          <a:endParaRPr lang="en-US"/>
        </a:p>
      </dgm:t>
    </dgm:pt>
    <dgm:pt modelId="{613D4EFD-9BD0-4BF0-87A7-93821DF787B7}">
      <dgm:prSet custT="1"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en-US" sz="2800" b="1" dirty="0">
              <a:latin typeface="Times New Roman" panose="02020603050405020304" pitchFamily="18" charset="0"/>
              <a:cs typeface="Times New Roman" panose="02020603050405020304" pitchFamily="18" charset="0"/>
            </a:rPr>
            <a:t>2. CƠ SỞ LÝ THUYẾT </a:t>
          </a:r>
          <a:r>
            <a:rPr lang="vi-VN" sz="2800" b="1" dirty="0"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US" sz="2800" b="1" dirty="0">
              <a:latin typeface="Times New Roman" panose="02020603050405020304" pitchFamily="18" charset="0"/>
              <a:cs typeface="Times New Roman" panose="02020603050405020304" pitchFamily="18" charset="0"/>
            </a:rPr>
            <a:t> CÔNG NGHỆ SỬ DỤNG</a:t>
          </a:r>
          <a:endParaRPr lang="en-US" sz="2800" dirty="0"/>
        </a:p>
      </dgm:t>
    </dgm:pt>
    <dgm:pt modelId="{F78DCD78-215A-44F2-AA7B-8982B7D52B03}" type="parTrans" cxnId="{8FA8E2D3-590B-43FB-9A14-9193ABB056C3}">
      <dgm:prSet/>
      <dgm:spPr/>
      <dgm:t>
        <a:bodyPr/>
        <a:lstStyle/>
        <a:p>
          <a:endParaRPr lang="en-US"/>
        </a:p>
      </dgm:t>
    </dgm:pt>
    <dgm:pt modelId="{3727A6ED-BEC8-431B-9FFD-EF41C62F5C0D}" type="sibTrans" cxnId="{8FA8E2D3-590B-43FB-9A14-9193ABB056C3}">
      <dgm:prSet/>
      <dgm:spPr/>
      <dgm:t>
        <a:bodyPr/>
        <a:lstStyle/>
        <a:p>
          <a:endParaRPr lang="en-US"/>
        </a:p>
      </dgm:t>
    </dgm:pt>
    <dgm:pt modelId="{D6F9631D-A964-40DA-930D-922D01239873}">
      <dgm:prSet/>
      <dgm:spPr>
        <a:solidFill>
          <a:schemeClr val="tx2">
            <a:lumMod val="75000"/>
            <a:lumOff val="25000"/>
          </a:schemeClr>
        </a:solidFill>
      </dgm:spPr>
      <dgm:t>
        <a:bodyPr/>
        <a:lstStyle/>
        <a:p>
          <a:endParaRPr lang="en-US"/>
        </a:p>
      </dgm:t>
    </dgm:pt>
    <dgm:pt modelId="{682C68CB-6440-4667-8CB4-B9E3FB807B80}" type="parTrans" cxnId="{43570341-9E51-4346-BBC9-D62BA815CF44}">
      <dgm:prSet/>
      <dgm:spPr/>
      <dgm:t>
        <a:bodyPr/>
        <a:lstStyle/>
        <a:p>
          <a:endParaRPr lang="en-US"/>
        </a:p>
      </dgm:t>
    </dgm:pt>
    <dgm:pt modelId="{3A76E9C9-3888-4DE0-8B2A-2F339E24B4A1}" type="sibTrans" cxnId="{43570341-9E51-4346-BBC9-D62BA815CF44}">
      <dgm:prSet/>
      <dgm:spPr/>
      <dgm:t>
        <a:bodyPr/>
        <a:lstStyle/>
        <a:p>
          <a:endParaRPr lang="en-US"/>
        </a:p>
      </dgm:t>
    </dgm:pt>
    <dgm:pt modelId="{97BBA07C-7165-4955-A623-2150462126F2}">
      <dgm:prSet custT="1"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endParaRPr lang="en-US" sz="2800"/>
        </a:p>
      </dgm:t>
    </dgm:pt>
    <dgm:pt modelId="{1E6EDDD6-97CC-4DC6-973A-DE7925754CC5}" type="parTrans" cxnId="{7C8A658C-59D8-490C-B6D3-9166511B5BB8}">
      <dgm:prSet/>
      <dgm:spPr/>
      <dgm:t>
        <a:bodyPr/>
        <a:lstStyle/>
        <a:p>
          <a:endParaRPr lang="en-US"/>
        </a:p>
      </dgm:t>
    </dgm:pt>
    <dgm:pt modelId="{35881F7A-BB5A-4A67-8F83-FE0EDAFE52A7}" type="sibTrans" cxnId="{7C8A658C-59D8-490C-B6D3-9166511B5BB8}">
      <dgm:prSet/>
      <dgm:spPr/>
      <dgm:t>
        <a:bodyPr/>
        <a:lstStyle/>
        <a:p>
          <a:endParaRPr lang="en-US"/>
        </a:p>
      </dgm:t>
    </dgm:pt>
    <dgm:pt modelId="{338075EA-4D49-4231-8649-6A8139C178DC}">
      <dgm:prSet custT="1"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en-US" sz="2800" b="1" dirty="0">
              <a:latin typeface="Times New Roman" panose="02020603050405020304" pitchFamily="18" charset="0"/>
              <a:cs typeface="Times New Roman" panose="02020603050405020304" pitchFamily="18" charset="0"/>
            </a:rPr>
            <a:t>3. HIỆN THỰC HOÁ NGHIÊN CỨU</a:t>
          </a:r>
          <a:endParaRPr lang="vi-VN" sz="28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5590145-4C96-4330-8F29-324BACB39FE0}" type="parTrans" cxnId="{025CF977-EB21-4346-ACBD-06CD945A6286}">
      <dgm:prSet/>
      <dgm:spPr/>
      <dgm:t>
        <a:bodyPr/>
        <a:lstStyle/>
        <a:p>
          <a:endParaRPr lang="en-US"/>
        </a:p>
      </dgm:t>
    </dgm:pt>
    <dgm:pt modelId="{AC79F7A7-FB76-4AB3-BF1B-B3619275C9AE}" type="sibTrans" cxnId="{025CF977-EB21-4346-ACBD-06CD945A6286}">
      <dgm:prSet/>
      <dgm:spPr/>
      <dgm:t>
        <a:bodyPr/>
        <a:lstStyle/>
        <a:p>
          <a:endParaRPr lang="en-US"/>
        </a:p>
      </dgm:t>
    </dgm:pt>
    <dgm:pt modelId="{5DEAD20E-15ED-4A65-9E4B-73709F88E7B0}">
      <dgm:prSet custT="1"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endParaRPr lang="en-US" sz="2800" dirty="0"/>
        </a:p>
      </dgm:t>
    </dgm:pt>
    <dgm:pt modelId="{249C87B7-768C-4C1A-AB94-402C98E32C54}" type="parTrans" cxnId="{C6ED8A5B-7CCB-4D30-8954-D496A0B5F012}">
      <dgm:prSet/>
      <dgm:spPr/>
      <dgm:t>
        <a:bodyPr/>
        <a:lstStyle/>
        <a:p>
          <a:endParaRPr lang="en-US"/>
        </a:p>
      </dgm:t>
    </dgm:pt>
    <dgm:pt modelId="{891CB707-B7B1-4C0D-9CA4-2CB0B83CCA02}" type="sibTrans" cxnId="{C6ED8A5B-7CCB-4D30-8954-D496A0B5F012}">
      <dgm:prSet/>
      <dgm:spPr/>
      <dgm:t>
        <a:bodyPr/>
        <a:lstStyle/>
        <a:p>
          <a:endParaRPr lang="en-US"/>
        </a:p>
      </dgm:t>
    </dgm:pt>
    <dgm:pt modelId="{D645C439-B744-4036-A9AB-D252E93396AC}">
      <dgm:prSet/>
      <dgm:spPr>
        <a:solidFill>
          <a:schemeClr val="tx2">
            <a:lumMod val="75000"/>
            <a:lumOff val="25000"/>
          </a:schemeClr>
        </a:solidFill>
      </dgm:spPr>
      <dgm:t>
        <a:bodyPr/>
        <a:lstStyle/>
        <a:p>
          <a:endParaRPr lang="en-US"/>
        </a:p>
      </dgm:t>
    </dgm:pt>
    <dgm:pt modelId="{EEF77BFB-B0C6-4853-BB37-FA55F27D0B61}" type="parTrans" cxnId="{80EF2AEB-DB59-486A-8FB6-E46EC11DA03B}">
      <dgm:prSet/>
      <dgm:spPr/>
      <dgm:t>
        <a:bodyPr/>
        <a:lstStyle/>
        <a:p>
          <a:endParaRPr lang="en-US"/>
        </a:p>
      </dgm:t>
    </dgm:pt>
    <dgm:pt modelId="{BDD62997-5C8F-4FFC-A643-5201C7EEE22F}" type="sibTrans" cxnId="{80EF2AEB-DB59-486A-8FB6-E46EC11DA03B}">
      <dgm:prSet/>
      <dgm:spPr/>
      <dgm:t>
        <a:bodyPr/>
        <a:lstStyle/>
        <a:p>
          <a:endParaRPr lang="en-US"/>
        </a:p>
      </dgm:t>
    </dgm:pt>
    <dgm:pt modelId="{FF677676-C61E-458D-A934-6DE3E0ABACBF}">
      <dgm:prSet custT="1"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en-US" sz="2800" b="1" dirty="0">
              <a:latin typeface="Times New Roman" panose="02020603050405020304" pitchFamily="18" charset="0"/>
              <a:cs typeface="Times New Roman" panose="02020603050405020304" pitchFamily="18" charset="0"/>
            </a:rPr>
            <a:t>4. KẾT QUẢ NGHIÊN CỨU</a:t>
          </a:r>
          <a:endParaRPr lang="en-US" sz="2800" dirty="0"/>
        </a:p>
      </dgm:t>
    </dgm:pt>
    <dgm:pt modelId="{30F2F0FF-8D28-4F75-9012-B4D7A7B0F08A}" type="parTrans" cxnId="{B156DA58-366F-4EC1-9699-707FBFCBBCF3}">
      <dgm:prSet/>
      <dgm:spPr/>
      <dgm:t>
        <a:bodyPr/>
        <a:lstStyle/>
        <a:p>
          <a:endParaRPr lang="en-US"/>
        </a:p>
      </dgm:t>
    </dgm:pt>
    <dgm:pt modelId="{2C52A2B5-26C4-4DD2-9578-F0465945C717}" type="sibTrans" cxnId="{B156DA58-366F-4EC1-9699-707FBFCBBCF3}">
      <dgm:prSet/>
      <dgm:spPr/>
      <dgm:t>
        <a:bodyPr/>
        <a:lstStyle/>
        <a:p>
          <a:endParaRPr lang="en-US"/>
        </a:p>
      </dgm:t>
    </dgm:pt>
    <dgm:pt modelId="{E67C2543-3385-4A7B-853B-F06269ED8503}" type="pres">
      <dgm:prSet presAssocID="{484DE082-0E5C-453F-BD6F-31405305D9BA}" presName="linearFlow" presStyleCnt="0">
        <dgm:presLayoutVars>
          <dgm:dir/>
          <dgm:animLvl val="lvl"/>
          <dgm:resizeHandles val="exact"/>
        </dgm:presLayoutVars>
      </dgm:prSet>
      <dgm:spPr/>
    </dgm:pt>
    <dgm:pt modelId="{39328030-BA3D-4F01-88F1-835A14F6B798}" type="pres">
      <dgm:prSet presAssocID="{3B1A66D7-CBBF-4456-992F-7D7BEB3B25FC}" presName="composite" presStyleCnt="0"/>
      <dgm:spPr/>
    </dgm:pt>
    <dgm:pt modelId="{7888E60B-B6CE-4273-8994-E45AEA4F4587}" type="pres">
      <dgm:prSet presAssocID="{3B1A66D7-CBBF-4456-992F-7D7BEB3B25FC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61ECAF48-37F3-4B7D-8B09-FECE9964683A}" type="pres">
      <dgm:prSet presAssocID="{3B1A66D7-CBBF-4456-992F-7D7BEB3B25FC}" presName="descendantText" presStyleLbl="alignAcc1" presStyleIdx="0" presStyleCnt="5">
        <dgm:presLayoutVars>
          <dgm:bulletEnabled val="1"/>
        </dgm:presLayoutVars>
      </dgm:prSet>
      <dgm:spPr/>
    </dgm:pt>
    <dgm:pt modelId="{15984F94-0F14-4DAA-A000-51A56E378257}" type="pres">
      <dgm:prSet presAssocID="{CECD90F0-9910-4A9B-A871-7C7B7181E3F8}" presName="sp" presStyleCnt="0"/>
      <dgm:spPr/>
    </dgm:pt>
    <dgm:pt modelId="{EAAD117A-9580-4EFE-9289-0A373A110A04}" type="pres">
      <dgm:prSet presAssocID="{E7B2640F-4323-4D0C-8298-80A8E931EE5F}" presName="composite" presStyleCnt="0"/>
      <dgm:spPr/>
    </dgm:pt>
    <dgm:pt modelId="{8D5600A3-32BE-42EE-A9F6-171DFAC10DAC}" type="pres">
      <dgm:prSet presAssocID="{E7B2640F-4323-4D0C-8298-80A8E931EE5F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110E7FEB-BA0F-4914-BE32-E35667546A04}" type="pres">
      <dgm:prSet presAssocID="{E7B2640F-4323-4D0C-8298-80A8E931EE5F}" presName="descendantText" presStyleLbl="alignAcc1" presStyleIdx="1" presStyleCnt="5">
        <dgm:presLayoutVars>
          <dgm:bulletEnabled val="1"/>
        </dgm:presLayoutVars>
      </dgm:prSet>
      <dgm:spPr/>
    </dgm:pt>
    <dgm:pt modelId="{65CE86B8-B72F-44DC-9AD7-3E37A9C96582}" type="pres">
      <dgm:prSet presAssocID="{89EDB606-2D79-4A4F-97B8-7D55378121EB}" presName="sp" presStyleCnt="0"/>
      <dgm:spPr/>
    </dgm:pt>
    <dgm:pt modelId="{07D7477C-F9F3-41D8-A819-AB2C4CC49E80}" type="pres">
      <dgm:prSet presAssocID="{D6F9631D-A964-40DA-930D-922D01239873}" presName="composite" presStyleCnt="0"/>
      <dgm:spPr/>
    </dgm:pt>
    <dgm:pt modelId="{C767D0B7-185C-49BD-955C-97DE6932DB99}" type="pres">
      <dgm:prSet presAssocID="{D6F9631D-A964-40DA-930D-922D01239873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2D48742E-E6B5-4726-9218-4EF4D1108BB7}" type="pres">
      <dgm:prSet presAssocID="{D6F9631D-A964-40DA-930D-922D01239873}" presName="descendantText" presStyleLbl="alignAcc1" presStyleIdx="2" presStyleCnt="5">
        <dgm:presLayoutVars>
          <dgm:bulletEnabled val="1"/>
        </dgm:presLayoutVars>
      </dgm:prSet>
      <dgm:spPr/>
    </dgm:pt>
    <dgm:pt modelId="{45B0EFFE-07E1-46F4-95D7-A767FB0BA7CD}" type="pres">
      <dgm:prSet presAssocID="{3A76E9C9-3888-4DE0-8B2A-2F339E24B4A1}" presName="sp" presStyleCnt="0"/>
      <dgm:spPr/>
    </dgm:pt>
    <dgm:pt modelId="{67EDFE3C-6B86-4343-B17E-1DDC88BBFA35}" type="pres">
      <dgm:prSet presAssocID="{D645C439-B744-4036-A9AB-D252E93396AC}" presName="composite" presStyleCnt="0"/>
      <dgm:spPr/>
    </dgm:pt>
    <dgm:pt modelId="{060FC64C-2C4B-4908-B942-030489B05F0D}" type="pres">
      <dgm:prSet presAssocID="{D645C439-B744-4036-A9AB-D252E93396AC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9EA3658D-E90F-4726-B450-61ECAA2F154C}" type="pres">
      <dgm:prSet presAssocID="{D645C439-B744-4036-A9AB-D252E93396AC}" presName="descendantText" presStyleLbl="alignAcc1" presStyleIdx="3" presStyleCnt="5">
        <dgm:presLayoutVars>
          <dgm:bulletEnabled val="1"/>
        </dgm:presLayoutVars>
      </dgm:prSet>
      <dgm:spPr/>
    </dgm:pt>
    <dgm:pt modelId="{685E7149-1EDE-4773-BFEF-AE01D24987D0}" type="pres">
      <dgm:prSet presAssocID="{BDD62997-5C8F-4FFC-A643-5201C7EEE22F}" presName="sp" presStyleCnt="0"/>
      <dgm:spPr/>
    </dgm:pt>
    <dgm:pt modelId="{8EF30C32-BC72-4DB2-92AA-80DF2BC57986}" type="pres">
      <dgm:prSet presAssocID="{05DB91E9-3D30-4EAB-9F8A-F0D71F35A382}" presName="composite" presStyleCnt="0"/>
      <dgm:spPr/>
    </dgm:pt>
    <dgm:pt modelId="{F1574945-7AE5-4104-A02B-BB4BB6EA01C8}" type="pres">
      <dgm:prSet presAssocID="{05DB91E9-3D30-4EAB-9F8A-F0D71F35A382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D737F41A-77DD-4525-96F9-B44E27DBA0B4}" type="pres">
      <dgm:prSet presAssocID="{05DB91E9-3D30-4EAB-9F8A-F0D71F35A382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1328FD01-9D5A-4CCB-887E-2B863953FB3A}" type="presOf" srcId="{5DEAD20E-15ED-4A65-9E4B-73709F88E7B0}" destId="{2D48742E-E6B5-4726-9218-4EF4D1108BB7}" srcOrd="0" destOrd="2" presId="urn:microsoft.com/office/officeart/2005/8/layout/chevron2"/>
    <dgm:cxn modelId="{558FFF14-DC97-4521-AA44-08D0EC3CB4DE}" type="presOf" srcId="{484DE082-0E5C-453F-BD6F-31405305D9BA}" destId="{E67C2543-3385-4A7B-853B-F06269ED8503}" srcOrd="0" destOrd="0" presId="urn:microsoft.com/office/officeart/2005/8/layout/chevron2"/>
    <dgm:cxn modelId="{9DD79E2D-B8BE-4A3A-8502-D43DE3FCCCC6}" srcId="{05DB91E9-3D30-4EAB-9F8A-F0D71F35A382}" destId="{D1FE155E-CB0B-48D0-815E-D357A7BDF69D}" srcOrd="0" destOrd="0" parTransId="{E702D801-817C-4F90-B394-102A40B65BB7}" sibTransId="{7AA4EBD5-1524-4BC8-B924-18F00346CDF7}"/>
    <dgm:cxn modelId="{A0702333-B2F1-4054-ACA5-33B024193990}" type="presOf" srcId="{97BBA07C-7165-4955-A623-2150462126F2}" destId="{2D48742E-E6B5-4726-9218-4EF4D1108BB7}" srcOrd="0" destOrd="0" presId="urn:microsoft.com/office/officeart/2005/8/layout/chevron2"/>
    <dgm:cxn modelId="{26AAA03A-EF98-4187-BF69-AC526C3B2F95}" type="presOf" srcId="{613D4EFD-9BD0-4BF0-87A7-93821DF787B7}" destId="{110E7FEB-BA0F-4914-BE32-E35667546A04}" srcOrd="0" destOrd="0" presId="urn:microsoft.com/office/officeart/2005/8/layout/chevron2"/>
    <dgm:cxn modelId="{8013A43A-A95B-4ECF-8537-C311AE11F648}" type="presOf" srcId="{05DB91E9-3D30-4EAB-9F8A-F0D71F35A382}" destId="{F1574945-7AE5-4104-A02B-BB4BB6EA01C8}" srcOrd="0" destOrd="0" presId="urn:microsoft.com/office/officeart/2005/8/layout/chevron2"/>
    <dgm:cxn modelId="{C6ED8A5B-7CCB-4D30-8954-D496A0B5F012}" srcId="{D6F9631D-A964-40DA-930D-922D01239873}" destId="{5DEAD20E-15ED-4A65-9E4B-73709F88E7B0}" srcOrd="2" destOrd="0" parTransId="{249C87B7-768C-4C1A-AB94-402C98E32C54}" sibTransId="{891CB707-B7B1-4C0D-9CA4-2CB0B83CCA02}"/>
    <dgm:cxn modelId="{06250A5D-4158-4710-BE1E-E7ED3A87B103}" type="presOf" srcId="{E7B2640F-4323-4D0C-8298-80A8E931EE5F}" destId="{8D5600A3-32BE-42EE-A9F6-171DFAC10DAC}" srcOrd="0" destOrd="0" presId="urn:microsoft.com/office/officeart/2005/8/layout/chevron2"/>
    <dgm:cxn modelId="{43570341-9E51-4346-BBC9-D62BA815CF44}" srcId="{484DE082-0E5C-453F-BD6F-31405305D9BA}" destId="{D6F9631D-A964-40DA-930D-922D01239873}" srcOrd="2" destOrd="0" parTransId="{682C68CB-6440-4667-8CB4-B9E3FB807B80}" sibTransId="{3A76E9C9-3888-4DE0-8B2A-2F339E24B4A1}"/>
    <dgm:cxn modelId="{0DB8C451-BDEE-4BA5-8975-7C48ABA2F8D0}" type="presOf" srcId="{338075EA-4D49-4231-8649-6A8139C178DC}" destId="{2D48742E-E6B5-4726-9218-4EF4D1108BB7}" srcOrd="0" destOrd="1" presId="urn:microsoft.com/office/officeart/2005/8/layout/chevron2"/>
    <dgm:cxn modelId="{025CF977-EB21-4346-ACBD-06CD945A6286}" srcId="{D6F9631D-A964-40DA-930D-922D01239873}" destId="{338075EA-4D49-4231-8649-6A8139C178DC}" srcOrd="1" destOrd="0" parTransId="{45590145-4C96-4330-8F29-324BACB39FE0}" sibTransId="{AC79F7A7-FB76-4AB3-BF1B-B3619275C9AE}"/>
    <dgm:cxn modelId="{B8297178-83F4-4709-B4AB-1FC9946AA8DF}" type="presOf" srcId="{D645C439-B744-4036-A9AB-D252E93396AC}" destId="{060FC64C-2C4B-4908-B942-030489B05F0D}" srcOrd="0" destOrd="0" presId="urn:microsoft.com/office/officeart/2005/8/layout/chevron2"/>
    <dgm:cxn modelId="{B156DA58-366F-4EC1-9699-707FBFCBBCF3}" srcId="{D645C439-B744-4036-A9AB-D252E93396AC}" destId="{FF677676-C61E-458D-A934-6DE3E0ABACBF}" srcOrd="0" destOrd="0" parTransId="{30F2F0FF-8D28-4F75-9012-B4D7A7B0F08A}" sibTransId="{2C52A2B5-26C4-4DD2-9578-F0465945C717}"/>
    <dgm:cxn modelId="{956E3880-AC89-48B0-A986-98947465D059}" type="presOf" srcId="{D6F9631D-A964-40DA-930D-922D01239873}" destId="{C767D0B7-185C-49BD-955C-97DE6932DB99}" srcOrd="0" destOrd="0" presId="urn:microsoft.com/office/officeart/2005/8/layout/chevron2"/>
    <dgm:cxn modelId="{2CF61084-D542-49D9-81B9-7BB6D0A922AD}" srcId="{484DE082-0E5C-453F-BD6F-31405305D9BA}" destId="{E7B2640F-4323-4D0C-8298-80A8E931EE5F}" srcOrd="1" destOrd="0" parTransId="{7042E2A5-D59B-4172-801D-3B3D22B5AA4A}" sibTransId="{89EDB606-2D79-4A4F-97B8-7D55378121EB}"/>
    <dgm:cxn modelId="{9AC14C85-53B3-4D9E-9533-E3E11BD790DC}" type="presOf" srcId="{FF677676-C61E-458D-A934-6DE3E0ABACBF}" destId="{9EA3658D-E90F-4726-B450-61ECAA2F154C}" srcOrd="0" destOrd="0" presId="urn:microsoft.com/office/officeart/2005/8/layout/chevron2"/>
    <dgm:cxn modelId="{7C8A658C-59D8-490C-B6D3-9166511B5BB8}" srcId="{D6F9631D-A964-40DA-930D-922D01239873}" destId="{97BBA07C-7165-4955-A623-2150462126F2}" srcOrd="0" destOrd="0" parTransId="{1E6EDDD6-97CC-4DC6-973A-DE7925754CC5}" sibTransId="{35881F7A-BB5A-4A67-8F83-FE0EDAFE52A7}"/>
    <dgm:cxn modelId="{4F8A1F97-2FCC-475B-8408-B62E76BB9F31}" srcId="{484DE082-0E5C-453F-BD6F-31405305D9BA}" destId="{05DB91E9-3D30-4EAB-9F8A-F0D71F35A382}" srcOrd="4" destOrd="0" parTransId="{2C14B3AA-83E7-4E78-976A-EE2A29EAF19B}" sibTransId="{257124B0-3878-4832-A522-BB48DC29826E}"/>
    <dgm:cxn modelId="{C4892599-8293-4E5C-8217-DA768A1B99C1}" srcId="{3B1A66D7-CBBF-4456-992F-7D7BEB3B25FC}" destId="{552CF3EC-51F6-4D9B-A305-C10C3A056055}" srcOrd="0" destOrd="0" parTransId="{DACCBDF7-F170-4410-A7FD-C93FAE0D067B}" sibTransId="{625BE974-CD56-4725-8427-FC1692D3E121}"/>
    <dgm:cxn modelId="{BFD66E9B-2F55-4D9E-BBB4-0F71D1DE6908}" type="presOf" srcId="{D1FE155E-CB0B-48D0-815E-D357A7BDF69D}" destId="{D737F41A-77DD-4525-96F9-B44E27DBA0B4}" srcOrd="0" destOrd="0" presId="urn:microsoft.com/office/officeart/2005/8/layout/chevron2"/>
    <dgm:cxn modelId="{DE199CBD-91A2-4857-8D1A-6C1AA4251A67}" srcId="{484DE082-0E5C-453F-BD6F-31405305D9BA}" destId="{3B1A66D7-CBBF-4456-992F-7D7BEB3B25FC}" srcOrd="0" destOrd="0" parTransId="{4E5706B7-456D-4961-AA29-AAB8FA969F67}" sibTransId="{CECD90F0-9910-4A9B-A871-7C7B7181E3F8}"/>
    <dgm:cxn modelId="{8FA8E2D3-590B-43FB-9A14-9193ABB056C3}" srcId="{E7B2640F-4323-4D0C-8298-80A8E931EE5F}" destId="{613D4EFD-9BD0-4BF0-87A7-93821DF787B7}" srcOrd="0" destOrd="0" parTransId="{F78DCD78-215A-44F2-AA7B-8982B7D52B03}" sibTransId="{3727A6ED-BEC8-431B-9FFD-EF41C62F5C0D}"/>
    <dgm:cxn modelId="{A5535FE0-5B36-4D79-AA8D-02E2A69A594C}" type="presOf" srcId="{552CF3EC-51F6-4D9B-A305-C10C3A056055}" destId="{61ECAF48-37F3-4B7D-8B09-FECE9964683A}" srcOrd="0" destOrd="0" presId="urn:microsoft.com/office/officeart/2005/8/layout/chevron2"/>
    <dgm:cxn modelId="{80EF2AEB-DB59-486A-8FB6-E46EC11DA03B}" srcId="{484DE082-0E5C-453F-BD6F-31405305D9BA}" destId="{D645C439-B744-4036-A9AB-D252E93396AC}" srcOrd="3" destOrd="0" parTransId="{EEF77BFB-B0C6-4853-BB37-FA55F27D0B61}" sibTransId="{BDD62997-5C8F-4FFC-A643-5201C7EEE22F}"/>
    <dgm:cxn modelId="{0EA957FA-25E5-410F-955C-B846F9542D83}" type="presOf" srcId="{3B1A66D7-CBBF-4456-992F-7D7BEB3B25FC}" destId="{7888E60B-B6CE-4273-8994-E45AEA4F4587}" srcOrd="0" destOrd="0" presId="urn:microsoft.com/office/officeart/2005/8/layout/chevron2"/>
    <dgm:cxn modelId="{7F979BB5-60A0-45BC-A905-8444DFF31D9C}" type="presParOf" srcId="{E67C2543-3385-4A7B-853B-F06269ED8503}" destId="{39328030-BA3D-4F01-88F1-835A14F6B798}" srcOrd="0" destOrd="0" presId="urn:microsoft.com/office/officeart/2005/8/layout/chevron2"/>
    <dgm:cxn modelId="{38267F1D-C5F9-4E16-81E1-445838B9FBD3}" type="presParOf" srcId="{39328030-BA3D-4F01-88F1-835A14F6B798}" destId="{7888E60B-B6CE-4273-8994-E45AEA4F4587}" srcOrd="0" destOrd="0" presId="urn:microsoft.com/office/officeart/2005/8/layout/chevron2"/>
    <dgm:cxn modelId="{FBF45B67-ECC9-45E7-A20D-B05AAB671A35}" type="presParOf" srcId="{39328030-BA3D-4F01-88F1-835A14F6B798}" destId="{61ECAF48-37F3-4B7D-8B09-FECE9964683A}" srcOrd="1" destOrd="0" presId="urn:microsoft.com/office/officeart/2005/8/layout/chevron2"/>
    <dgm:cxn modelId="{5F541F5D-C021-4BC6-8360-31387E347F7D}" type="presParOf" srcId="{E67C2543-3385-4A7B-853B-F06269ED8503}" destId="{15984F94-0F14-4DAA-A000-51A56E378257}" srcOrd="1" destOrd="0" presId="urn:microsoft.com/office/officeart/2005/8/layout/chevron2"/>
    <dgm:cxn modelId="{5C257A54-876B-4F3B-8577-5813FE5F598D}" type="presParOf" srcId="{E67C2543-3385-4A7B-853B-F06269ED8503}" destId="{EAAD117A-9580-4EFE-9289-0A373A110A04}" srcOrd="2" destOrd="0" presId="urn:microsoft.com/office/officeart/2005/8/layout/chevron2"/>
    <dgm:cxn modelId="{F1BCB517-123E-4D2E-9583-E3C3D807078D}" type="presParOf" srcId="{EAAD117A-9580-4EFE-9289-0A373A110A04}" destId="{8D5600A3-32BE-42EE-A9F6-171DFAC10DAC}" srcOrd="0" destOrd="0" presId="urn:microsoft.com/office/officeart/2005/8/layout/chevron2"/>
    <dgm:cxn modelId="{9F768A2E-6B0B-4CBD-AA7F-E8A7904BCFD8}" type="presParOf" srcId="{EAAD117A-9580-4EFE-9289-0A373A110A04}" destId="{110E7FEB-BA0F-4914-BE32-E35667546A04}" srcOrd="1" destOrd="0" presId="urn:microsoft.com/office/officeart/2005/8/layout/chevron2"/>
    <dgm:cxn modelId="{DAC0304B-8547-40FD-9A40-7C83745EA11A}" type="presParOf" srcId="{E67C2543-3385-4A7B-853B-F06269ED8503}" destId="{65CE86B8-B72F-44DC-9AD7-3E37A9C96582}" srcOrd="3" destOrd="0" presId="urn:microsoft.com/office/officeart/2005/8/layout/chevron2"/>
    <dgm:cxn modelId="{E9ECC4DD-0010-49BA-9E02-DC0788917995}" type="presParOf" srcId="{E67C2543-3385-4A7B-853B-F06269ED8503}" destId="{07D7477C-F9F3-41D8-A819-AB2C4CC49E80}" srcOrd="4" destOrd="0" presId="urn:microsoft.com/office/officeart/2005/8/layout/chevron2"/>
    <dgm:cxn modelId="{85B9B0AD-D4CF-42BA-AB44-EEE8D114806E}" type="presParOf" srcId="{07D7477C-F9F3-41D8-A819-AB2C4CC49E80}" destId="{C767D0B7-185C-49BD-955C-97DE6932DB99}" srcOrd="0" destOrd="0" presId="urn:microsoft.com/office/officeart/2005/8/layout/chevron2"/>
    <dgm:cxn modelId="{A32F2CD2-716F-447E-A0B2-3A295DDF0CE4}" type="presParOf" srcId="{07D7477C-F9F3-41D8-A819-AB2C4CC49E80}" destId="{2D48742E-E6B5-4726-9218-4EF4D1108BB7}" srcOrd="1" destOrd="0" presId="urn:microsoft.com/office/officeart/2005/8/layout/chevron2"/>
    <dgm:cxn modelId="{EC06699A-AEE2-4B08-9D43-10CAE5B3F105}" type="presParOf" srcId="{E67C2543-3385-4A7B-853B-F06269ED8503}" destId="{45B0EFFE-07E1-46F4-95D7-A767FB0BA7CD}" srcOrd="5" destOrd="0" presId="urn:microsoft.com/office/officeart/2005/8/layout/chevron2"/>
    <dgm:cxn modelId="{F179DD26-3198-4102-A70D-E6E6FFE97096}" type="presParOf" srcId="{E67C2543-3385-4A7B-853B-F06269ED8503}" destId="{67EDFE3C-6B86-4343-B17E-1DDC88BBFA35}" srcOrd="6" destOrd="0" presId="urn:microsoft.com/office/officeart/2005/8/layout/chevron2"/>
    <dgm:cxn modelId="{DF74C8A7-A35D-4F69-BAA8-D07CADF1858C}" type="presParOf" srcId="{67EDFE3C-6B86-4343-B17E-1DDC88BBFA35}" destId="{060FC64C-2C4B-4908-B942-030489B05F0D}" srcOrd="0" destOrd="0" presId="urn:microsoft.com/office/officeart/2005/8/layout/chevron2"/>
    <dgm:cxn modelId="{9D765AA4-3C00-40A5-A7A4-DF3D7AE606E2}" type="presParOf" srcId="{67EDFE3C-6B86-4343-B17E-1DDC88BBFA35}" destId="{9EA3658D-E90F-4726-B450-61ECAA2F154C}" srcOrd="1" destOrd="0" presId="urn:microsoft.com/office/officeart/2005/8/layout/chevron2"/>
    <dgm:cxn modelId="{E901EC1C-EB38-4628-B8FB-D381AA528BBB}" type="presParOf" srcId="{E67C2543-3385-4A7B-853B-F06269ED8503}" destId="{685E7149-1EDE-4773-BFEF-AE01D24987D0}" srcOrd="7" destOrd="0" presId="urn:microsoft.com/office/officeart/2005/8/layout/chevron2"/>
    <dgm:cxn modelId="{39C737F5-5572-41CB-9526-E8B3D15F6884}" type="presParOf" srcId="{E67C2543-3385-4A7B-853B-F06269ED8503}" destId="{8EF30C32-BC72-4DB2-92AA-80DF2BC57986}" srcOrd="8" destOrd="0" presId="urn:microsoft.com/office/officeart/2005/8/layout/chevron2"/>
    <dgm:cxn modelId="{D9B3FA68-8D49-491F-B223-87DFF79AA3FA}" type="presParOf" srcId="{8EF30C32-BC72-4DB2-92AA-80DF2BC57986}" destId="{F1574945-7AE5-4104-A02B-BB4BB6EA01C8}" srcOrd="0" destOrd="0" presId="urn:microsoft.com/office/officeart/2005/8/layout/chevron2"/>
    <dgm:cxn modelId="{8C253AF6-5520-472A-A8C9-0FDCB4BEF589}" type="presParOf" srcId="{8EF30C32-BC72-4DB2-92AA-80DF2BC57986}" destId="{D737F41A-77DD-4525-96F9-B44E27DBA0B4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88E60B-B6CE-4273-8994-E45AEA4F4587}">
      <dsp:nvSpPr>
        <dsp:cNvPr id="0" name=""/>
        <dsp:cNvSpPr/>
      </dsp:nvSpPr>
      <dsp:spPr>
        <a:xfrm rot="5400000">
          <a:off x="-203487" y="208881"/>
          <a:ext cx="1356580" cy="949606"/>
        </a:xfrm>
        <a:prstGeom prst="chevron">
          <a:avLst/>
        </a:prstGeom>
        <a:solidFill>
          <a:schemeClr val="tx2">
            <a:lumMod val="75000"/>
            <a:lumOff val="25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 rot="-5400000">
        <a:off x="0" y="480197"/>
        <a:ext cx="949606" cy="406974"/>
      </dsp:txXfrm>
    </dsp:sp>
    <dsp:sp modelId="{61ECAF48-37F3-4B7D-8B09-FECE9964683A}">
      <dsp:nvSpPr>
        <dsp:cNvPr id="0" name=""/>
        <dsp:cNvSpPr/>
      </dsp:nvSpPr>
      <dsp:spPr>
        <a:xfrm rot="5400000">
          <a:off x="5833784" y="-4878784"/>
          <a:ext cx="881777" cy="10650133"/>
        </a:xfrm>
        <a:prstGeom prst="round2SameRect">
          <a:avLst/>
        </a:prstGeom>
        <a:solidFill>
          <a:schemeClr val="tx2">
            <a:lumMod val="10000"/>
            <a:lumOff val="9000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1. TỔNG QUAN NGHIÊN CỨU</a:t>
          </a:r>
          <a:endParaRPr lang="en-US" sz="2800" kern="1200" dirty="0"/>
        </a:p>
      </dsp:txBody>
      <dsp:txXfrm rot="-5400000">
        <a:off x="949607" y="48438"/>
        <a:ext cx="10607088" cy="795687"/>
      </dsp:txXfrm>
    </dsp:sp>
    <dsp:sp modelId="{8D5600A3-32BE-42EE-A9F6-171DFAC10DAC}">
      <dsp:nvSpPr>
        <dsp:cNvPr id="0" name=""/>
        <dsp:cNvSpPr/>
      </dsp:nvSpPr>
      <dsp:spPr>
        <a:xfrm rot="5400000">
          <a:off x="-203487" y="1450747"/>
          <a:ext cx="1356580" cy="949606"/>
        </a:xfrm>
        <a:prstGeom prst="chevron">
          <a:avLst/>
        </a:prstGeom>
        <a:solidFill>
          <a:schemeClr val="tx2">
            <a:lumMod val="75000"/>
            <a:lumOff val="25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 rot="-5400000">
        <a:off x="0" y="1722063"/>
        <a:ext cx="949606" cy="406974"/>
      </dsp:txXfrm>
    </dsp:sp>
    <dsp:sp modelId="{110E7FEB-BA0F-4914-BE32-E35667546A04}">
      <dsp:nvSpPr>
        <dsp:cNvPr id="0" name=""/>
        <dsp:cNvSpPr/>
      </dsp:nvSpPr>
      <dsp:spPr>
        <a:xfrm rot="5400000">
          <a:off x="5833784" y="-3636917"/>
          <a:ext cx="881777" cy="10650133"/>
        </a:xfrm>
        <a:prstGeom prst="round2SameRect">
          <a:avLst/>
        </a:prstGeom>
        <a:solidFill>
          <a:schemeClr val="tx2">
            <a:lumMod val="10000"/>
            <a:lumOff val="9000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2. CƠ SỞ LÝ THUYẾT </a:t>
          </a:r>
          <a:r>
            <a:rPr lang="vi-VN" sz="2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VÀ</a:t>
          </a:r>
          <a:r>
            <a:rPr lang="en-US" sz="2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CÔNG NGHỆ SỬ DỤNG</a:t>
          </a:r>
          <a:endParaRPr lang="en-US" sz="2800" kern="1200" dirty="0"/>
        </a:p>
      </dsp:txBody>
      <dsp:txXfrm rot="-5400000">
        <a:off x="949607" y="1290305"/>
        <a:ext cx="10607088" cy="795687"/>
      </dsp:txXfrm>
    </dsp:sp>
    <dsp:sp modelId="{C767D0B7-185C-49BD-955C-97DE6932DB99}">
      <dsp:nvSpPr>
        <dsp:cNvPr id="0" name=""/>
        <dsp:cNvSpPr/>
      </dsp:nvSpPr>
      <dsp:spPr>
        <a:xfrm rot="5400000">
          <a:off x="-203487" y="2692614"/>
          <a:ext cx="1356580" cy="949606"/>
        </a:xfrm>
        <a:prstGeom prst="chevron">
          <a:avLst/>
        </a:prstGeom>
        <a:solidFill>
          <a:schemeClr val="tx2">
            <a:lumMod val="75000"/>
            <a:lumOff val="25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 rot="-5400000">
        <a:off x="0" y="2963930"/>
        <a:ext cx="949606" cy="406974"/>
      </dsp:txXfrm>
    </dsp:sp>
    <dsp:sp modelId="{2D48742E-E6B5-4726-9218-4EF4D1108BB7}">
      <dsp:nvSpPr>
        <dsp:cNvPr id="0" name=""/>
        <dsp:cNvSpPr/>
      </dsp:nvSpPr>
      <dsp:spPr>
        <a:xfrm rot="5400000">
          <a:off x="5833784" y="-2395050"/>
          <a:ext cx="881777" cy="10650133"/>
        </a:xfrm>
        <a:prstGeom prst="round2SameRect">
          <a:avLst/>
        </a:prstGeom>
        <a:solidFill>
          <a:schemeClr val="tx2">
            <a:lumMod val="10000"/>
            <a:lumOff val="9000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3. HIỆN THỰC HOÁ NGHIÊN CỨU</a:t>
          </a:r>
          <a:endParaRPr lang="vi-VN" sz="28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800" kern="1200" dirty="0"/>
        </a:p>
      </dsp:txBody>
      <dsp:txXfrm rot="-5400000">
        <a:off x="949607" y="2532172"/>
        <a:ext cx="10607088" cy="795687"/>
      </dsp:txXfrm>
    </dsp:sp>
    <dsp:sp modelId="{060FC64C-2C4B-4908-B942-030489B05F0D}">
      <dsp:nvSpPr>
        <dsp:cNvPr id="0" name=""/>
        <dsp:cNvSpPr/>
      </dsp:nvSpPr>
      <dsp:spPr>
        <a:xfrm rot="5400000">
          <a:off x="-203487" y="3934481"/>
          <a:ext cx="1356580" cy="949606"/>
        </a:xfrm>
        <a:prstGeom prst="chevron">
          <a:avLst/>
        </a:prstGeom>
        <a:solidFill>
          <a:schemeClr val="tx2">
            <a:lumMod val="75000"/>
            <a:lumOff val="25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 rot="-5400000">
        <a:off x="0" y="4205797"/>
        <a:ext cx="949606" cy="406974"/>
      </dsp:txXfrm>
    </dsp:sp>
    <dsp:sp modelId="{9EA3658D-E90F-4726-B450-61ECAA2F154C}">
      <dsp:nvSpPr>
        <dsp:cNvPr id="0" name=""/>
        <dsp:cNvSpPr/>
      </dsp:nvSpPr>
      <dsp:spPr>
        <a:xfrm rot="5400000">
          <a:off x="5833784" y="-1153183"/>
          <a:ext cx="881777" cy="10650133"/>
        </a:xfrm>
        <a:prstGeom prst="round2SameRect">
          <a:avLst/>
        </a:prstGeom>
        <a:solidFill>
          <a:schemeClr val="tx2">
            <a:lumMod val="10000"/>
            <a:lumOff val="9000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4. KẾT QUẢ NGHIÊN CỨU</a:t>
          </a:r>
          <a:endParaRPr lang="en-US" sz="2800" kern="1200" dirty="0"/>
        </a:p>
      </dsp:txBody>
      <dsp:txXfrm rot="-5400000">
        <a:off x="949607" y="3774039"/>
        <a:ext cx="10607088" cy="795687"/>
      </dsp:txXfrm>
    </dsp:sp>
    <dsp:sp modelId="{F1574945-7AE5-4104-A02B-BB4BB6EA01C8}">
      <dsp:nvSpPr>
        <dsp:cNvPr id="0" name=""/>
        <dsp:cNvSpPr/>
      </dsp:nvSpPr>
      <dsp:spPr>
        <a:xfrm rot="5400000">
          <a:off x="-203487" y="5176348"/>
          <a:ext cx="1356580" cy="949606"/>
        </a:xfrm>
        <a:prstGeom prst="chevron">
          <a:avLst/>
        </a:prstGeom>
        <a:solidFill>
          <a:schemeClr val="tx2">
            <a:lumMod val="75000"/>
            <a:lumOff val="25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 dirty="0"/>
        </a:p>
      </dsp:txBody>
      <dsp:txXfrm rot="-5400000">
        <a:off x="0" y="5447664"/>
        <a:ext cx="949606" cy="406974"/>
      </dsp:txXfrm>
    </dsp:sp>
    <dsp:sp modelId="{D737F41A-77DD-4525-96F9-B44E27DBA0B4}">
      <dsp:nvSpPr>
        <dsp:cNvPr id="0" name=""/>
        <dsp:cNvSpPr/>
      </dsp:nvSpPr>
      <dsp:spPr>
        <a:xfrm rot="5400000">
          <a:off x="5833784" y="88683"/>
          <a:ext cx="881777" cy="10650133"/>
        </a:xfrm>
        <a:prstGeom prst="round2SameRect">
          <a:avLst/>
        </a:prstGeom>
        <a:solidFill>
          <a:schemeClr val="tx2">
            <a:lumMod val="10000"/>
            <a:lumOff val="9000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5. KẾT LUẬN VÀ HƯỚNG PHÁT TRIỂN</a:t>
          </a:r>
          <a:endParaRPr lang="en-US" sz="2800" kern="1200" dirty="0"/>
        </a:p>
      </dsp:txBody>
      <dsp:txXfrm rot="-5400000">
        <a:off x="949607" y="5015906"/>
        <a:ext cx="10607088" cy="7956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A6DAFA7-8000-1E54-233E-79B0413AE9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73C410BA-1DA7-821E-CE5B-4485F88C8B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D4F045EB-DD8F-E743-B483-133201E7D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7170D-110D-4035-8C12-497A805D339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646725AD-AC6F-C613-098E-2ADC5E166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319452E8-387E-E0D8-93E5-659974784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8BD0-5BF0-4701-960A-3821E0BC0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49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033EC76-AAF8-697C-94B1-07B627F8E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173BC81-0EF2-B358-A35D-5AEE1888B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0840B142-3C8F-C381-2EF0-3EA242373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7170D-110D-4035-8C12-497A805D339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F519F88-198E-4BD7-E1F7-2AE38F427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9C5ABBF0-F244-35D9-C310-04D779743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8BD0-5BF0-4701-960A-3821E0BC0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437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A2D00C9-4D41-9A0E-5249-6468E727F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998CCE03-637E-D994-A984-4BFDBEB79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50D630F7-0C2F-7AB0-49BD-6187511ED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7170D-110D-4035-8C12-497A805D339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7F4454CA-3519-7B85-D2A9-3536F0F74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EDB989E2-E32C-95D1-EF8B-C66F71118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8BD0-5BF0-4701-960A-3821E0BC0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0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04ED03A-11EC-0839-C103-177BC497C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3F3C8F83-4157-6C41-09EA-99BF503CC7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96768F88-578A-7278-E412-31CFF7FBF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7457E7BF-B1BF-F466-677A-C934753E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7170D-110D-4035-8C12-497A805D339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5626B2F2-110A-B59C-810D-D56EEC6B5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EDDE27D7-C547-3370-ED73-48DE14A2D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8BD0-5BF0-4701-960A-3821E0BC0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47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E455352-FA54-98F2-E0D8-67AA7D2CA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EEEDB05-96D5-80D4-87F4-4A2E0EC92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D1C0118D-4F45-E4DB-664F-9573B08FB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CD976813-8CFD-B73E-DBF7-70DE322F6E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66EA8BAD-8896-817E-CFCF-5E1898967C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689AD573-4B59-9B06-3177-3F8922917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7170D-110D-4035-8C12-497A805D339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4C3BED30-6786-D57A-A78C-117CE5114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FEDA633C-BF03-A34E-F653-5E547EABF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8BD0-5BF0-4701-960A-3821E0BC0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247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80C1843-20E4-53F7-5E74-6BA161E8A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BEF9B720-1D75-7F0D-F5C6-BD6E429F5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7170D-110D-4035-8C12-497A805D339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82F10544-BCCC-C86E-279E-5739B16DE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A227D8A0-C9AC-90D3-903D-78498FC4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8BD0-5BF0-4701-960A-3821E0BC0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586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4F89D5A0-4212-58D8-AEDB-6943093CB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7170D-110D-4035-8C12-497A805D339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813A1FF4-03BD-2330-BFCF-5281C137F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4941EED7-59B0-DDD5-909D-5E6B267BD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8BD0-5BF0-4701-960A-3821E0BC0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939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04D6634-9470-E1DF-EFF4-F7148B2D3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1EF59EC9-D01E-96C5-5C79-DF96710C2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78BCE27A-0FA0-633D-2A5A-EDD745B98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2D30780D-3D09-A32A-F4A8-2198011EB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7170D-110D-4035-8C12-497A805D339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1CE3DD46-4E62-5704-DE60-13813C2D8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2A7B4947-A8DE-CFB8-CA75-4E294C980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8BD0-5BF0-4701-960A-3821E0BC0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722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8081D25-EBCD-96D9-05A8-22C986752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140689A0-4E5E-A5E3-A5BF-0D3CF1FBBA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3738F4C-C31B-63CD-A985-4255E678C0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4A8A7178-D1B1-CC24-82A2-6B7A085EA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7170D-110D-4035-8C12-497A805D339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E93864CB-FD9A-C762-03D0-FFAE82C0E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BA71C947-5235-4CBE-B517-02C0AEE39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8BD0-5BF0-4701-960A-3821E0BC0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874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F78F415-6576-80FE-54E6-C6C76F85B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8556ED46-A9D3-695A-92F0-C3D39A03F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5F6198D-67FC-C000-8AE7-5C26035E6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7170D-110D-4035-8C12-497A805D339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3B7C554C-6B7F-0681-52F6-A54EB6689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491B42E-CB6A-4087-5B03-3BBEC384E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8BD0-5BF0-4701-960A-3821E0BC0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582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2BC26AD1-BBC7-AF37-C3D1-14DABE4340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4218E385-A323-CE85-9870-8E0DC5E70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67F26F3F-5192-815E-271F-D6BE41D6E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7170D-110D-4035-8C12-497A805D339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9EB6E52-52D4-7058-D894-A2A85E2E7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9AE93DA0-7B3E-8C0A-DFCD-DBE472E5F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28BD0-5BF0-4701-960A-3821E0BC0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192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5550781C-3DAE-24F8-5B5E-090DB82BE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BB0BF3C9-BF0A-DF21-D6C4-13FE9C1A3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84179C0-0964-11DA-363A-F5C8B139EC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47170D-110D-4035-8C12-497A805D3396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99BE743B-AFBE-D6D7-8ADC-E4A99F6D93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109EDB9C-CF36-F4EF-A89F-9334B132DC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528BD0-5BF0-4701-960A-3821E0BC0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793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CCD9EC7-69FD-C08E-E8A0-EDF6FEDC4BED}"/>
              </a:ext>
            </a:extLst>
          </p:cNvPr>
          <p:cNvSpPr/>
          <p:nvPr/>
        </p:nvSpPr>
        <p:spPr>
          <a:xfrm>
            <a:off x="-1" y="1859340"/>
            <a:ext cx="12192001" cy="2458878"/>
          </a:xfrm>
          <a:prstGeom prst="rect">
            <a:avLst/>
          </a:prstGeom>
          <a:noFill/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vi-VN" sz="5400" b="1" dirty="0">
                <a:solidFill>
                  <a:schemeClr val="accent1">
                    <a:lumMod val="75000"/>
                  </a:schemeClr>
                </a:solidFill>
              </a:rPr>
              <a:t>XÂY DỰNG WEBSITE </a:t>
            </a:r>
            <a:r>
              <a:rPr lang="en-US" sz="5400" b="1" dirty="0">
                <a:solidFill>
                  <a:schemeClr val="accent1">
                    <a:lumMod val="75000"/>
                  </a:schemeClr>
                </a:solidFill>
              </a:rPr>
              <a:t>GIỚI THIỆU </a:t>
            </a:r>
          </a:p>
          <a:p>
            <a:pPr algn="ctr">
              <a:lnSpc>
                <a:spcPct val="150000"/>
              </a:lnSpc>
            </a:pPr>
            <a:r>
              <a:rPr lang="en-US" sz="5400" b="1" dirty="0">
                <a:solidFill>
                  <a:schemeClr val="accent1">
                    <a:lumMod val="75000"/>
                  </a:schemeClr>
                </a:solidFill>
              </a:rPr>
              <a:t>VÀ KINH DOANH ĐIỆN THOẠI</a:t>
            </a:r>
            <a:endParaRPr lang="en-US" sz="9600" b="1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3BC35B-1AE0-58A4-1A77-B8837EF7BDE6}"/>
              </a:ext>
            </a:extLst>
          </p:cNvPr>
          <p:cNvSpPr txBox="1"/>
          <p:nvPr/>
        </p:nvSpPr>
        <p:spPr>
          <a:xfrm>
            <a:off x="3001663" y="5460037"/>
            <a:ext cx="65975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Giảng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ThS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Ngô Thanh Huy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Lê </a:t>
            </a:r>
            <a:r>
              <a:rPr lang="vi-V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Huỳnh Hiếu Tâm 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MSSV: </a:t>
            </a:r>
            <a:r>
              <a:rPr lang="vi-VN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110123174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703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5">
            <a:extLst>
              <a:ext uri="{FF2B5EF4-FFF2-40B4-BE49-F238E27FC236}">
                <a16:creationId xmlns:a16="http://schemas.microsoft.com/office/drawing/2014/main" id="{1602712F-BB53-5031-F412-D9942A3234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5185764"/>
              </p:ext>
            </p:extLst>
          </p:nvPr>
        </p:nvGraphicFramePr>
        <p:xfrm>
          <a:off x="267795" y="301938"/>
          <a:ext cx="11599740" cy="63348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6665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550B8-237E-DA56-834F-A24FDFA8A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61636"/>
            <a:ext cx="12191999" cy="5382232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32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Tổng</a:t>
            </a:r>
            <a:r>
              <a:rPr lang="en-US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quan</a:t>
            </a:r>
            <a:r>
              <a:rPr lang="en-US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về</a:t>
            </a:r>
            <a:r>
              <a:rPr lang="en-US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thị</a:t>
            </a:r>
            <a:r>
              <a:rPr lang="en-US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trường</a:t>
            </a:r>
            <a:r>
              <a:rPr lang="en-US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kinh</a:t>
            </a:r>
            <a:r>
              <a:rPr lang="en-US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doanh</a:t>
            </a:r>
            <a:r>
              <a:rPr lang="en-US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điện</a:t>
            </a:r>
            <a:r>
              <a:rPr lang="en-US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thoại</a:t>
            </a:r>
            <a:r>
              <a:rPr lang="en-US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32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thông</a:t>
            </a:r>
            <a:r>
              <a:rPr lang="en-US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minh</a:t>
            </a:r>
            <a:r>
              <a:rPr lang="en-US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trực</a:t>
            </a:r>
            <a:r>
              <a:rPr lang="en-US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tuyến</a:t>
            </a:r>
            <a:r>
              <a:rPr lang="en-US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: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	</a:t>
            </a:r>
            <a:r>
              <a:rPr lang="en-US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Trong </a:t>
            </a:r>
            <a:r>
              <a:rPr lang="en-US" sz="36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kỷ</a:t>
            </a:r>
            <a:r>
              <a:rPr lang="en-US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nguyên</a:t>
            </a:r>
            <a:r>
              <a:rPr lang="en-US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số</a:t>
            </a:r>
            <a:r>
              <a:rPr lang="en-US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hóa</a:t>
            </a:r>
            <a:r>
              <a:rPr lang="en-US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hiện</a:t>
            </a:r>
            <a:r>
              <a:rPr lang="en-US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nay, </a:t>
            </a:r>
            <a:r>
              <a:rPr lang="en-US" sz="36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sự</a:t>
            </a:r>
            <a:r>
              <a:rPr lang="en-US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phát</a:t>
            </a:r>
            <a:r>
              <a:rPr lang="en-US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triển</a:t>
            </a:r>
            <a:r>
              <a:rPr lang="en-US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không</a:t>
            </a:r>
            <a:r>
              <a:rPr lang="en-US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ngừng</a:t>
            </a:r>
            <a:r>
              <a:rPr lang="en-US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của</a:t>
            </a:r>
            <a:r>
              <a:rPr lang="en-US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công</a:t>
            </a:r>
            <a:r>
              <a:rPr lang="en-US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nghệ</a:t>
            </a:r>
            <a:r>
              <a:rPr lang="en-US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thông</a:t>
            </a:r>
            <a:r>
              <a:rPr lang="en-US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tin </a:t>
            </a:r>
            <a:r>
              <a:rPr lang="en-US" sz="36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đã</a:t>
            </a:r>
            <a:r>
              <a:rPr lang="en-US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biến</a:t>
            </a:r>
            <a:r>
              <a:rPr lang="en-US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internet </a:t>
            </a:r>
            <a:r>
              <a:rPr lang="en-US" sz="36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thành</a:t>
            </a:r>
            <a:r>
              <a:rPr lang="en-US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môi</a:t>
            </a:r>
            <a:r>
              <a:rPr lang="en-US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trường</a:t>
            </a:r>
            <a:r>
              <a:rPr lang="en-US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kinh</a:t>
            </a:r>
            <a:r>
              <a:rPr lang="en-US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doanh</a:t>
            </a:r>
            <a:r>
              <a:rPr lang="en-US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chiến</a:t>
            </a:r>
            <a:r>
              <a:rPr lang="en-US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lược</a:t>
            </a:r>
            <a:r>
              <a:rPr lang="en-US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cho</a:t>
            </a:r>
            <a:r>
              <a:rPr lang="en-US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mọi</a:t>
            </a:r>
            <a:r>
              <a:rPr lang="en-US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ngành</a:t>
            </a:r>
            <a:r>
              <a:rPr lang="en-US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hàng</a:t>
            </a:r>
            <a:r>
              <a:rPr lang="en-US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 </a:t>
            </a:r>
            <a:endParaRPr lang="en-US" sz="3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B61BAE-F995-121A-726F-A2D924267A94}"/>
              </a:ext>
            </a:extLst>
          </p:cNvPr>
          <p:cNvSpPr txBox="1"/>
          <p:nvPr/>
        </p:nvSpPr>
        <p:spPr>
          <a:xfrm>
            <a:off x="0" y="335744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TỔNG QUAN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CỨU</a:t>
            </a:r>
            <a:endParaRPr lang="vi-VN" sz="3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427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4DCCA7-A4DE-679F-0C08-198B47431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073E8-2DDF-DB64-554B-9CC22FE5D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71" y="1261636"/>
            <a:ext cx="12087828" cy="5382232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36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Tổng</a:t>
            </a:r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quan</a:t>
            </a:r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về</a:t>
            </a:r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thị</a:t>
            </a:r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trường</a:t>
            </a:r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kinh</a:t>
            </a:r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doanh</a:t>
            </a:r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điện</a:t>
            </a:r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thoại</a:t>
            </a:r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36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thông</a:t>
            </a:r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minh</a:t>
            </a:r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trực</a:t>
            </a:r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tuyến</a:t>
            </a:r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: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	</a:t>
            </a:r>
            <a:r>
              <a:rPr lang="en-US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Đặc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biệt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sự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phổ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biến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lưới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internet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tốc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độ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cao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thói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quen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mua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sắm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người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đã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mạnh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mẽ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mua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trực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tiếp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sang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online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nhờ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sự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tiện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lợi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nhanh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chóng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60000"/>
              </a:lnSpc>
              <a:buNone/>
            </a:pPr>
            <a:endParaRPr lang="en-US" sz="3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B96B7C-CB0A-71AA-8486-7D30D545C426}"/>
              </a:ext>
            </a:extLst>
          </p:cNvPr>
          <p:cNvSpPr txBox="1"/>
          <p:nvPr/>
        </p:nvSpPr>
        <p:spPr>
          <a:xfrm>
            <a:off x="0" y="335744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TỔNG QUAN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CỨU</a:t>
            </a:r>
            <a:endParaRPr lang="vi-VN" sz="3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265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6D1EB64-29A2-9DF0-7A61-AAF55DCB1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65F70-975A-8908-D2FD-308792250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71" y="1261636"/>
            <a:ext cx="12087828" cy="5382232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36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Tổng</a:t>
            </a:r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quan</a:t>
            </a:r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về</a:t>
            </a:r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thị</a:t>
            </a:r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trường</a:t>
            </a:r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kinh</a:t>
            </a:r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doanh</a:t>
            </a:r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điện</a:t>
            </a:r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thoại</a:t>
            </a:r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36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thông</a:t>
            </a:r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minh</a:t>
            </a:r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trực</a:t>
            </a:r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tuyến</a:t>
            </a:r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: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Vì thế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vi-VN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iệc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nền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tảng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trực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quảng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bá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sản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phẩm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đã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còn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lựa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chọn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mà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trở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yếu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tố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bắt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buộc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doanh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nghiệp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tiếp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cận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khách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nâng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cao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uy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tín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thương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2AB5B3-2D18-C771-369D-216BD1FF9F22}"/>
              </a:ext>
            </a:extLst>
          </p:cNvPr>
          <p:cNvSpPr txBox="1"/>
          <p:nvPr/>
        </p:nvSpPr>
        <p:spPr>
          <a:xfrm>
            <a:off x="0" y="335744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TỔNG QUAN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CỨU</a:t>
            </a:r>
            <a:endParaRPr lang="vi-VN" sz="3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418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E4BA52-865B-7285-9D66-F98BCEE98DF7}"/>
              </a:ext>
            </a:extLst>
          </p:cNvPr>
          <p:cNvSpPr txBox="1"/>
          <p:nvPr/>
        </p:nvSpPr>
        <p:spPr>
          <a:xfrm>
            <a:off x="508378" y="1388238"/>
            <a:ext cx="1022331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phổ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endParaRPr lang="vi-V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4AAFF6-7891-D4AB-96A1-5645347E8B10}"/>
              </a:ext>
            </a:extLst>
          </p:cNvPr>
          <p:cNvSpPr txBox="1"/>
          <p:nvPr/>
        </p:nvSpPr>
        <p:spPr>
          <a:xfrm>
            <a:off x="508378" y="2350335"/>
            <a:ext cx="566586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</a:t>
            </a:r>
            <a:r>
              <a:rPr 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mại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5DC47F-5729-F8D4-F44F-922C895C05FB}"/>
              </a:ext>
            </a:extLst>
          </p:cNvPr>
          <p:cNvSpPr txBox="1"/>
          <p:nvPr/>
        </p:nvSpPr>
        <p:spPr>
          <a:xfrm>
            <a:off x="838200" y="772476"/>
            <a:ext cx="89165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TỔNG QUAN NGHIÊN CỨU</a:t>
            </a:r>
            <a:endParaRPr lang="vi-VN" sz="32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LOGO THẾ GIỚI DI ĐỘNG – ĐIỆN MÁY XANH – BÁCH HÓA XANH - Brasol -Thiết kế  nhận diện thương hiệu chuyên nghiệp">
            <a:extLst>
              <a:ext uri="{FF2B5EF4-FFF2-40B4-BE49-F238E27FC236}">
                <a16:creationId xmlns:a16="http://schemas.microsoft.com/office/drawing/2014/main" id="{BAAF8BFC-8F54-4A4F-BA94-67987111E9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663" y="3549169"/>
            <a:ext cx="2510560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4" descr="CellphoneS | &lt; 3,3% Hoàn Tiền, mã giảm giá &amp; Khuyến mãi">
            <a:extLst>
              <a:ext uri="{FF2B5EF4-FFF2-40B4-BE49-F238E27FC236}">
                <a16:creationId xmlns:a16="http://schemas.microsoft.com/office/drawing/2014/main" id="{0617FB95-6302-DE60-BE7D-8283880204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6" descr="Merchant logo">
            <a:extLst>
              <a:ext uri="{FF2B5EF4-FFF2-40B4-BE49-F238E27FC236}">
                <a16:creationId xmlns:a16="http://schemas.microsoft.com/office/drawing/2014/main" id="{9405B1B8-EC0A-A17E-CF00-DF85395DF0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Hình ảnh 5" descr="Ảnh có chứa văn bản, Phông chữ, biểu tượng, Đồ họa&#10;&#10;Nội dung do AI tạo ra có thể không chính xác.">
            <a:extLst>
              <a:ext uri="{FF2B5EF4-FFF2-40B4-BE49-F238E27FC236}">
                <a16:creationId xmlns:a16="http://schemas.microsoft.com/office/drawing/2014/main" id="{CC685F0F-1EE7-B186-517F-5F30D67DC9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432" y="3581400"/>
            <a:ext cx="3005469" cy="1847851"/>
          </a:xfrm>
          <a:prstGeom prst="rect">
            <a:avLst/>
          </a:prstGeom>
        </p:spPr>
      </p:pic>
      <p:sp>
        <p:nvSpPr>
          <p:cNvPr id="8" name="AutoShape 8" descr="FPT Shop | &lt; 1,7% Hoàn Tiền, mã giảm giá &amp; Khuyến mãi">
            <a:extLst>
              <a:ext uri="{FF2B5EF4-FFF2-40B4-BE49-F238E27FC236}">
                <a16:creationId xmlns:a16="http://schemas.microsoft.com/office/drawing/2014/main" id="{2C117536-0DC9-B7BC-3902-52DB7F5329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Hình ảnh 11" descr="Ảnh có chứa biểu tượng, Phông chữ, Đồ họa, Thương hiệu&#10;&#10;Nội dung do AI tạo ra có thể không chính xác.">
            <a:extLst>
              <a:ext uri="{FF2B5EF4-FFF2-40B4-BE49-F238E27FC236}">
                <a16:creationId xmlns:a16="http://schemas.microsoft.com/office/drawing/2014/main" id="{BE1FDFF1-537B-9DCB-4122-BF4097A21A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4352" y="3630194"/>
            <a:ext cx="2969860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796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6C229-A4D2-5CAC-157C-5677E6F94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C54523-0332-54E0-4F37-F12108E0A95C}"/>
              </a:ext>
            </a:extLst>
          </p:cNvPr>
          <p:cNvSpPr txBox="1"/>
          <p:nvPr/>
        </p:nvSpPr>
        <p:spPr>
          <a:xfrm>
            <a:off x="508378" y="1388238"/>
            <a:ext cx="1022331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phổ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endParaRPr lang="vi-V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55B8AB-648E-A377-E57A-64B3794840BF}"/>
              </a:ext>
            </a:extLst>
          </p:cNvPr>
          <p:cNvSpPr txBox="1"/>
          <p:nvPr/>
        </p:nvSpPr>
        <p:spPr>
          <a:xfrm>
            <a:off x="508378" y="2813322"/>
            <a:ext cx="924635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Thông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ràng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hòa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mắt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r>
              <a:rPr lang="en-US" sz="3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endParaRPr lang="en-US" sz="3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4C5A08-090A-C9F6-3B25-D6339E702679}"/>
              </a:ext>
            </a:extLst>
          </p:cNvPr>
          <p:cNvSpPr txBox="1"/>
          <p:nvPr/>
        </p:nvSpPr>
        <p:spPr>
          <a:xfrm>
            <a:off x="838200" y="772476"/>
            <a:ext cx="89165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TỔNG QUAN NGHIÊN CỨU</a:t>
            </a:r>
            <a:endParaRPr lang="vi-VN" sz="32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utoShape 4" descr="CellphoneS | &lt; 3,3% Hoàn Tiền, mã giảm giá &amp; Khuyến mãi">
            <a:extLst>
              <a:ext uri="{FF2B5EF4-FFF2-40B4-BE49-F238E27FC236}">
                <a16:creationId xmlns:a16="http://schemas.microsoft.com/office/drawing/2014/main" id="{59A5CB41-4112-65B0-278F-B9309DEBFE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6" descr="Merchant logo">
            <a:extLst>
              <a:ext uri="{FF2B5EF4-FFF2-40B4-BE49-F238E27FC236}">
                <a16:creationId xmlns:a16="http://schemas.microsoft.com/office/drawing/2014/main" id="{7CF8AD06-B2DF-2039-F95B-1EBAF106A1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8" descr="FPT Shop | &lt; 1,7% Hoàn Tiền, mã giảm giá &amp; Khuyến mãi">
            <a:extLst>
              <a:ext uri="{FF2B5EF4-FFF2-40B4-BE49-F238E27FC236}">
                <a16:creationId xmlns:a16="http://schemas.microsoft.com/office/drawing/2014/main" id="{FC672A6C-CCDF-233A-54AB-78C7E06A8A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593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B855D99-42A7-DB94-AA4B-0D8E21013F29}"/>
              </a:ext>
            </a:extLst>
          </p:cNvPr>
          <p:cNvSpPr txBox="1"/>
          <p:nvPr/>
        </p:nvSpPr>
        <p:spPr>
          <a:xfrm>
            <a:off x="549320" y="1311025"/>
            <a:ext cx="102233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phổ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nay:</a:t>
            </a:r>
            <a:endParaRPr lang="vi-V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9C6C86-B356-F407-0E83-DEB2D2565C24}"/>
              </a:ext>
            </a:extLst>
          </p:cNvPr>
          <p:cNvSpPr txBox="1"/>
          <p:nvPr/>
        </p:nvSpPr>
        <p:spPr>
          <a:xfrm>
            <a:off x="0" y="2058424"/>
            <a:ext cx="12040989" cy="371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website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lẻ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Trong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lẻ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nhằm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8C4D9C-B4B4-A4C2-E06E-70D37250ED80}"/>
              </a:ext>
            </a:extLst>
          </p:cNvPr>
          <p:cNvSpPr txBox="1"/>
          <p:nvPr/>
        </p:nvSpPr>
        <p:spPr>
          <a:xfrm>
            <a:off x="819150" y="733871"/>
            <a:ext cx="89165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ctr">
              <a:defRPr sz="32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1. TỔNG QUAN NGHIÊN CỨU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032063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82651-A261-EE2F-E392-F68BE105F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B50ED53-6A5F-D58F-6443-DBFAC9B6B4C8}"/>
              </a:ext>
            </a:extLst>
          </p:cNvPr>
          <p:cNvSpPr txBox="1"/>
          <p:nvPr/>
        </p:nvSpPr>
        <p:spPr>
          <a:xfrm>
            <a:off x="549320" y="1311025"/>
            <a:ext cx="102233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phổ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nay:</a:t>
            </a:r>
            <a:endParaRPr lang="vi-V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E8A15D-2AD7-AE84-7A91-90CDECD40027}"/>
              </a:ext>
            </a:extLst>
          </p:cNvPr>
          <p:cNvSpPr txBox="1"/>
          <p:nvPr/>
        </p:nvSpPr>
        <p:spPr>
          <a:xfrm>
            <a:off x="0" y="2058424"/>
            <a:ext cx="12040989" cy="3714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website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lẻ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Apple, Samsung, Xiaomi, Vivo, Sony, ZTE…,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5A3C8E-8F50-F8DB-187B-07C07E0B9C42}"/>
              </a:ext>
            </a:extLst>
          </p:cNvPr>
          <p:cNvSpPr txBox="1"/>
          <p:nvPr/>
        </p:nvSpPr>
        <p:spPr>
          <a:xfrm>
            <a:off x="819150" y="733871"/>
            <a:ext cx="89165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ctr">
              <a:defRPr sz="32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1. TỔNG QUAN NGHIÊN CỨU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373370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C0E38-4B5D-FD7F-F375-E54EDC1C7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68230A-DAC5-C44F-1A22-263BAB1E37F2}"/>
              </a:ext>
            </a:extLst>
          </p:cNvPr>
          <p:cNvSpPr txBox="1"/>
          <p:nvPr/>
        </p:nvSpPr>
        <p:spPr>
          <a:xfrm>
            <a:off x="549320" y="1311025"/>
            <a:ext cx="102233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phổ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nay:</a:t>
            </a:r>
            <a:endParaRPr lang="vi-V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F2AB88-6C07-C318-FAC5-D0D8184320AC}"/>
              </a:ext>
            </a:extLst>
          </p:cNvPr>
          <p:cNvSpPr txBox="1"/>
          <p:nvPr/>
        </p:nvSpPr>
        <p:spPr>
          <a:xfrm>
            <a:off x="0" y="2033884"/>
            <a:ext cx="12191999" cy="44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ở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cạnh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lẻ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nhằm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Các website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EA7B7E-E5FE-A04A-4F6B-48CB052B06E7}"/>
              </a:ext>
            </a:extLst>
          </p:cNvPr>
          <p:cNvSpPr txBox="1"/>
          <p:nvPr/>
        </p:nvSpPr>
        <p:spPr>
          <a:xfrm>
            <a:off x="819150" y="733871"/>
            <a:ext cx="89165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ctr">
              <a:defRPr sz="32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1. TỔNG QUAN NGHIÊN CỨU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468793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27792-EB6D-F7D4-C446-431C007EF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CF6091-B2B6-DE12-F359-2FE725AFB682}"/>
              </a:ext>
            </a:extLst>
          </p:cNvPr>
          <p:cNvSpPr txBox="1"/>
          <p:nvPr/>
        </p:nvSpPr>
        <p:spPr>
          <a:xfrm>
            <a:off x="549320" y="1311025"/>
            <a:ext cx="102233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phổ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nay:</a:t>
            </a:r>
            <a:endParaRPr lang="vi-V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41CA90-289F-F8F9-4F79-76ECCA262B6B}"/>
              </a:ext>
            </a:extLst>
          </p:cNvPr>
          <p:cNvSpPr txBox="1"/>
          <p:nvPr/>
        </p:nvSpPr>
        <p:spPr>
          <a:xfrm>
            <a:off x="0" y="2033884"/>
            <a:ext cx="12191999" cy="2219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ở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phú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EF6BE0-AF92-71FF-550B-2469613F49BD}"/>
              </a:ext>
            </a:extLst>
          </p:cNvPr>
          <p:cNvSpPr txBox="1"/>
          <p:nvPr/>
        </p:nvSpPr>
        <p:spPr>
          <a:xfrm>
            <a:off x="819150" y="733871"/>
            <a:ext cx="89165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ctr">
              <a:defRPr sz="32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1. TỔNG QUAN NGHIÊN CỨU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94763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4CB75E-F8EB-A1FC-823A-EE891332B6F7}"/>
              </a:ext>
            </a:extLst>
          </p:cNvPr>
          <p:cNvSpPr txBox="1"/>
          <p:nvPr/>
        </p:nvSpPr>
        <p:spPr>
          <a:xfrm>
            <a:off x="502620" y="806789"/>
            <a:ext cx="116109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ctr">
              <a:defRPr sz="32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2. CƠ SỞ LÝ THUYẾT VÀ CÔNG NGHỆ SỬ DỤNG</a:t>
            </a:r>
            <a:endParaRPr lang="vi-V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6B5370-A23E-994C-529A-45FEC69EF0CA}"/>
              </a:ext>
            </a:extLst>
          </p:cNvPr>
          <p:cNvSpPr txBox="1"/>
          <p:nvPr/>
        </p:nvSpPr>
        <p:spPr>
          <a:xfrm>
            <a:off x="838199" y="1720999"/>
            <a:ext cx="10939819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nền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phổ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iPhone, Samsung, Oppo, Xiaomi.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BF0838-82F1-98A3-4E3E-C1D5CD5625C7}"/>
              </a:ext>
            </a:extLst>
          </p:cNvPr>
          <p:cNvSpPr txBox="1"/>
          <p:nvPr/>
        </p:nvSpPr>
        <p:spPr>
          <a:xfrm>
            <a:off x="838199" y="4481869"/>
            <a:ext cx="10939819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website: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nền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tảng</a:t>
            </a:r>
            <a:endParaRPr lang="vi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1880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96B26DF-FFFE-5FC3-F218-0C0502F08CE4}"/>
              </a:ext>
            </a:extLst>
          </p:cNvPr>
          <p:cNvSpPr txBox="1"/>
          <p:nvPr/>
        </p:nvSpPr>
        <p:spPr>
          <a:xfrm>
            <a:off x="502620" y="806789"/>
            <a:ext cx="116109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ctr">
              <a:defRPr sz="32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2. CƠ SỞ LÝ THUYẾT VÀ CÔNG NGHỆ SỬ DỤNG</a:t>
            </a:r>
            <a:endParaRPr lang="vi-V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92E0E4-DC25-0A71-818B-83B0DEF067BB}"/>
              </a:ext>
            </a:extLst>
          </p:cNvPr>
          <p:cNvSpPr txBox="1"/>
          <p:nvPr/>
        </p:nvSpPr>
        <p:spPr>
          <a:xfrm>
            <a:off x="-1" y="2772559"/>
            <a:ext cx="1219200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just"/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Client – Server: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Client – Server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phổ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Trong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Client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Server.</a:t>
            </a:r>
          </a:p>
          <a:p>
            <a:pPr lvl="2" algn="just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vi-V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008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452D7-52D4-6CD2-BB4A-19E23D8B0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52DD68-38B4-22B3-CD97-C0023A1EA989}"/>
              </a:ext>
            </a:extLst>
          </p:cNvPr>
          <p:cNvSpPr txBox="1"/>
          <p:nvPr/>
        </p:nvSpPr>
        <p:spPr>
          <a:xfrm>
            <a:off x="179695" y="1102578"/>
            <a:ext cx="11832609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Quy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website: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Quy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vi-V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duyệt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website.</a:t>
            </a:r>
            <a:endParaRPr lang="vi-V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duyệt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Internet.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hồi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tệp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 CSS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duyệt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tệp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website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vi-V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BE18DB-2C65-6C5A-A866-3DAD01BB1997}"/>
              </a:ext>
            </a:extLst>
          </p:cNvPr>
          <p:cNvSpPr txBox="1"/>
          <p:nvPr/>
        </p:nvSpPr>
        <p:spPr>
          <a:xfrm>
            <a:off x="290512" y="288629"/>
            <a:ext cx="116109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ctr">
              <a:defRPr sz="32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2. CƠ SỞ LÝ THUYẾT VÀ CÔNG NGHỆ SỬ DỤNG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3616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DE6918-7A67-6E85-A713-B9018FA793CF}"/>
              </a:ext>
            </a:extLst>
          </p:cNvPr>
          <p:cNvSpPr txBox="1"/>
          <p:nvPr/>
        </p:nvSpPr>
        <p:spPr>
          <a:xfrm>
            <a:off x="828532" y="2080893"/>
            <a:ext cx="1095915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1485900" lvl="2" indent="-571500"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–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Ngôn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siêu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485900" lvl="2" indent="-571500">
              <a:buFont typeface="Wingdings" panose="05000000000000000000" pitchFamily="2" charset="2"/>
              <a:buChar char="q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</a:t>
            </a:r>
          </a:p>
          <a:p>
            <a:pPr marL="1485900" lvl="2" indent="-571500">
              <a:buFont typeface="Wingdings" panose="05000000000000000000" pitchFamily="2" charset="2"/>
              <a:buChar char="q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website</a:t>
            </a:r>
          </a:p>
          <a:p>
            <a:pPr marL="1485900" lvl="2" indent="-571500">
              <a:buFont typeface="Wingdings" panose="05000000000000000000" pitchFamily="2" charset="2"/>
              <a:buChar char="q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menu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85900" lvl="2" indent="-571500">
              <a:buFont typeface="Wingdings" panose="05000000000000000000" pitchFamily="2" charset="2"/>
              <a:buChar char="q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Nhúng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85900" lvl="2" indent="-571500"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Liên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638B1B-50FC-600B-A17D-D7417A237167}"/>
              </a:ext>
            </a:extLst>
          </p:cNvPr>
          <p:cNvSpPr txBox="1"/>
          <p:nvPr/>
        </p:nvSpPr>
        <p:spPr>
          <a:xfrm>
            <a:off x="456900" y="806789"/>
            <a:ext cx="116109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ctr">
              <a:defRPr sz="32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CHƯƠNG 2: CƠ SỞ LÝ THUYẾT VÀ CÔNG NGHỆ SỬ DỤNG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232405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03CC78-2D80-0132-4C19-A251FB782E5B}"/>
              </a:ext>
            </a:extLst>
          </p:cNvPr>
          <p:cNvSpPr txBox="1"/>
          <p:nvPr/>
        </p:nvSpPr>
        <p:spPr>
          <a:xfrm>
            <a:off x="1027904" y="1522196"/>
            <a:ext cx="10959152" cy="4978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–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Ngôn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485900" lvl="2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bố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</a:t>
            </a:r>
          </a:p>
          <a:p>
            <a:pPr marL="1485900" lvl="2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Định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phông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85900" lvl="2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lề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85900" lvl="2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hoá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85900" lvl="2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5BF608-F648-DFB7-0541-6F1727EB5B1D}"/>
              </a:ext>
            </a:extLst>
          </p:cNvPr>
          <p:cNvSpPr txBox="1"/>
          <p:nvPr/>
        </p:nvSpPr>
        <p:spPr>
          <a:xfrm>
            <a:off x="502620" y="806789"/>
            <a:ext cx="116109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ctr">
              <a:defRPr sz="32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2. CƠ SỞ LÝ THUYẾT VÀ CÔNG NGHỆ SỬ DỤNG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6390040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59362-D498-72C2-CA8D-EC236062F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8159E9-1B50-AF56-D59F-2E0D3902A767}"/>
              </a:ext>
            </a:extLst>
          </p:cNvPr>
          <p:cNvSpPr txBox="1"/>
          <p:nvPr/>
        </p:nvSpPr>
        <p:spPr>
          <a:xfrm>
            <a:off x="616424" y="2232563"/>
            <a:ext cx="10959152" cy="3694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– 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Ngôn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485900" lvl="2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85900" lvl="2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85900" lvl="2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D53DB1-B2D9-3E1C-0F05-28A63106D9DF}"/>
              </a:ext>
            </a:extLst>
          </p:cNvPr>
          <p:cNvSpPr txBox="1"/>
          <p:nvPr/>
        </p:nvSpPr>
        <p:spPr>
          <a:xfrm>
            <a:off x="502620" y="806789"/>
            <a:ext cx="116109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ctr">
              <a:defRPr sz="32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2. CƠ SỞ LÝ THUYẾT VÀ CÔNG NGHỆ SỬ DỤNG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523705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B6DA27-DD33-D7D4-B3B0-526151ADE88D}"/>
              </a:ext>
            </a:extLst>
          </p:cNvPr>
          <p:cNvSpPr txBox="1"/>
          <p:nvPr/>
        </p:nvSpPr>
        <p:spPr>
          <a:xfrm>
            <a:off x="558561" y="713583"/>
            <a:ext cx="107078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ctr">
              <a:defRPr sz="32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3. HIỆN THỰC HOÁ NGHIÊN CỨU</a:t>
            </a:r>
            <a:endParaRPr lang="vi-V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438CF6-AEA1-7696-271F-3F02867881D1}"/>
              </a:ext>
            </a:extLst>
          </p:cNvPr>
          <p:cNvSpPr txBox="1"/>
          <p:nvPr/>
        </p:nvSpPr>
        <p:spPr>
          <a:xfrm>
            <a:off x="558561" y="1989433"/>
            <a:ext cx="8769820" cy="4147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354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416E1-0841-D1A1-6F5C-FCD9FC5B4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8CE61F-F90C-1DC8-2A61-0079BCCA2B0D}"/>
              </a:ext>
            </a:extLst>
          </p:cNvPr>
          <p:cNvSpPr txBox="1"/>
          <p:nvPr/>
        </p:nvSpPr>
        <p:spPr>
          <a:xfrm>
            <a:off x="558561" y="713583"/>
            <a:ext cx="107078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ctr">
              <a:defRPr sz="32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3. HIỆN THỰC HOÁ NGHIÊN CỨU</a:t>
            </a:r>
            <a:endParaRPr lang="vi-V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7759B1-E68E-E77B-6632-25C1348BF62A}"/>
              </a:ext>
            </a:extLst>
          </p:cNvPr>
          <p:cNvSpPr txBox="1"/>
          <p:nvPr/>
        </p:nvSpPr>
        <p:spPr>
          <a:xfrm>
            <a:off x="975360" y="1591784"/>
            <a:ext cx="7857700" cy="4978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Xem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Xem chi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endParaRPr lang="vi-V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Chức năng đặt hàng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3078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9BE3D77-2AFC-7A12-5CF1-55D43B0B7028}"/>
              </a:ext>
            </a:extLst>
          </p:cNvPr>
          <p:cNvSpPr txBox="1"/>
          <p:nvPr/>
        </p:nvSpPr>
        <p:spPr>
          <a:xfrm>
            <a:off x="1214652" y="1528479"/>
            <a:ext cx="7857700" cy="4978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phi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thẩm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mỹ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027EF1-752D-32E5-782A-C19DFDDF5C1E}"/>
              </a:ext>
            </a:extLst>
          </p:cNvPr>
          <p:cNvSpPr txBox="1"/>
          <p:nvPr/>
        </p:nvSpPr>
        <p:spPr>
          <a:xfrm>
            <a:off x="558561" y="713583"/>
            <a:ext cx="107078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ctr">
              <a:defRPr sz="32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3. HIỆN THỰC HOÁ NGHIÊN CỨU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10336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06475-B67B-BD8E-FA6C-BEE058DDE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D4056E6-5A86-715C-E006-3E7F8F8AEE61}"/>
              </a:ext>
            </a:extLst>
          </p:cNvPr>
          <p:cNvSpPr txBox="1"/>
          <p:nvPr/>
        </p:nvSpPr>
        <p:spPr>
          <a:xfrm>
            <a:off x="1290852" y="1737838"/>
            <a:ext cx="7857700" cy="4147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sắm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Sinh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Học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Quản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C5BA14-AD83-55BA-427C-ADF48BB298C1}"/>
              </a:ext>
            </a:extLst>
          </p:cNvPr>
          <p:cNvSpPr txBox="1"/>
          <p:nvPr/>
        </p:nvSpPr>
        <p:spPr>
          <a:xfrm>
            <a:off x="558561" y="713583"/>
            <a:ext cx="107078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ctr">
              <a:defRPr sz="32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3. HIỆN THỰC HOÁ NGHIÊN CỨU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758326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AA15F7E-F2D1-D812-5751-7E277817E3E6}"/>
              </a:ext>
            </a:extLst>
          </p:cNvPr>
          <p:cNvSpPr txBox="1"/>
          <p:nvPr/>
        </p:nvSpPr>
        <p:spPr>
          <a:xfrm>
            <a:off x="684660" y="1365033"/>
            <a:ext cx="1116045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website: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website:</a:t>
            </a:r>
          </a:p>
          <a:p>
            <a:pPr algn="just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Thư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gốc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Webbandt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Thư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Anhweb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Chitietsanpham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5F5921-576B-04B5-55A7-3986381FBABE}"/>
              </a:ext>
            </a:extLst>
          </p:cNvPr>
          <p:cNvSpPr txBox="1"/>
          <p:nvPr/>
        </p:nvSpPr>
        <p:spPr>
          <a:xfrm>
            <a:off x="558561" y="713583"/>
            <a:ext cx="107078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ctr">
              <a:defRPr sz="32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3. HIỆN THỰC HOÁ NGHIÊN CỨU</a:t>
            </a:r>
            <a:endParaRPr lang="vi-VN" dirty="0"/>
          </a:p>
        </p:txBody>
      </p:sp>
      <p:pic>
        <p:nvPicPr>
          <p:cNvPr id="2" name="Hình ảnh 1" descr="Ảnh có chứa văn bản, ảnh chụp màn hình, phần mềm, Phần mềm đa phương tiện&#10;&#10;Nội dung do AI tạo ra có thể không chính xác.">
            <a:extLst>
              <a:ext uri="{FF2B5EF4-FFF2-40B4-BE49-F238E27FC236}">
                <a16:creationId xmlns:a16="http://schemas.microsoft.com/office/drawing/2014/main" id="{BE5D4292-BFD1-041D-E09D-B53CF9AC5D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444" b="36801"/>
          <a:stretch>
            <a:fillRect/>
          </a:stretch>
        </p:blipFill>
        <p:spPr>
          <a:xfrm>
            <a:off x="7318837" y="2944077"/>
            <a:ext cx="4873163" cy="391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8677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3A321C-47FB-E487-A926-D091FF2ED06E}"/>
              </a:ext>
            </a:extLst>
          </p:cNvPr>
          <p:cNvSpPr txBox="1"/>
          <p:nvPr/>
        </p:nvSpPr>
        <p:spPr>
          <a:xfrm>
            <a:off x="458336" y="1365033"/>
            <a:ext cx="849459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Cấu trúc và tổ chức website: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giao diện website: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Các thành phần chính trong thiết kế giao diện bao gồm</a:t>
            </a:r>
            <a:r>
              <a:rPr lang="en-US"/>
              <a:t>:</a:t>
            </a:r>
            <a:endParaRPr lang="vi-VN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Khu vực banner và nhận diện thương hiệu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Thanh menu điều hướng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Khu vực hiển thị nội dung chính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Bố cục tương thích đa thiết bị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DFFDFE-D309-05ED-6B58-1621A80A2DDB}"/>
              </a:ext>
            </a:extLst>
          </p:cNvPr>
          <p:cNvSpPr txBox="1"/>
          <p:nvPr/>
        </p:nvSpPr>
        <p:spPr>
          <a:xfrm>
            <a:off x="558561" y="713583"/>
            <a:ext cx="107078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ctr">
              <a:defRPr sz="32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3. HIỆN THỰC HOÁ NGHIÊN CỨU</a:t>
            </a:r>
            <a:endParaRPr lang="vi-VN" dirty="0"/>
          </a:p>
        </p:txBody>
      </p:sp>
      <p:pic>
        <p:nvPicPr>
          <p:cNvPr id="2" name="Hình ảnh 1" descr="Ảnh có chứa văn bản, trang phục, ảnh chụp màn hình&#10;&#10;Nội dung do AI tạo ra có thể không chính xác.">
            <a:extLst>
              <a:ext uri="{FF2B5EF4-FFF2-40B4-BE49-F238E27FC236}">
                <a16:creationId xmlns:a16="http://schemas.microsoft.com/office/drawing/2014/main" id="{D2596E04-C7F9-6ABE-EDF1-1325ABC9F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3029" y="3429000"/>
            <a:ext cx="6499804" cy="303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359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6330F4-ADC8-2285-8F34-A3E229EDA7F5}"/>
              </a:ext>
            </a:extLst>
          </p:cNvPr>
          <p:cNvSpPr txBox="1"/>
          <p:nvPr/>
        </p:nvSpPr>
        <p:spPr>
          <a:xfrm>
            <a:off x="742096" y="596440"/>
            <a:ext cx="107078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ctr">
              <a:defRPr sz="32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4. KẾT QUẢ NGHIÊN CỨU</a:t>
            </a:r>
            <a:endParaRPr lang="vi-V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EF4E32-F81C-6091-24DC-C7679B8FA302}"/>
              </a:ext>
            </a:extLst>
          </p:cNvPr>
          <p:cNvSpPr txBox="1"/>
          <p:nvPr/>
        </p:nvSpPr>
        <p:spPr>
          <a:xfrm>
            <a:off x="742096" y="1659285"/>
            <a:ext cx="11131455" cy="453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chặt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chẽ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menu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(index.htm)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(sanpham.html)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Trang chi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(Apple.html, Xiaomi.html…)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(Lienhe.html)</a:t>
            </a:r>
          </a:p>
        </p:txBody>
      </p:sp>
    </p:spTree>
    <p:extLst>
      <p:ext uri="{BB962C8B-B14F-4D97-AF65-F5344CB8AC3E}">
        <p14:creationId xmlns:p14="http://schemas.microsoft.com/office/powerpoint/2010/main" val="39589020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83DEF2-BAAE-3B91-9219-CD3A45ABF77C}"/>
              </a:ext>
            </a:extLst>
          </p:cNvPr>
          <p:cNvSpPr txBox="1"/>
          <p:nvPr/>
        </p:nvSpPr>
        <p:spPr>
          <a:xfrm>
            <a:off x="1197590" y="1569750"/>
            <a:ext cx="9302770" cy="5174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website: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vi-VN" sz="3200" dirty="0"/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Trang chi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EF367A-6196-FDDA-E111-55406F0754C6}"/>
              </a:ext>
            </a:extLst>
          </p:cNvPr>
          <p:cNvSpPr txBox="1"/>
          <p:nvPr/>
        </p:nvSpPr>
        <p:spPr>
          <a:xfrm>
            <a:off x="558561" y="713583"/>
            <a:ext cx="107078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ctr">
              <a:defRPr sz="32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3. HIỆN THỰC HOÁ NGHIÊN CỨU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171112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609257-DA06-8DBF-3D07-7EF4304CBC7F}"/>
              </a:ext>
            </a:extLst>
          </p:cNvPr>
          <p:cNvSpPr txBox="1"/>
          <p:nvPr/>
        </p:nvSpPr>
        <p:spPr>
          <a:xfrm>
            <a:off x="742097" y="1659285"/>
            <a:ext cx="520832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Thanh menu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Khu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vực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banner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nổi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bật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Chân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(footer)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21693A-9A28-C884-407F-0F8FFFB2A2A9}"/>
              </a:ext>
            </a:extLst>
          </p:cNvPr>
          <p:cNvSpPr txBox="1"/>
          <p:nvPr/>
        </p:nvSpPr>
        <p:spPr>
          <a:xfrm>
            <a:off x="742096" y="596440"/>
            <a:ext cx="107078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ctr">
              <a:defRPr sz="32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4. KẾT QUẢ NGHIÊN CỨU</a:t>
            </a:r>
            <a:endParaRPr lang="vi-VN" dirty="0"/>
          </a:p>
        </p:txBody>
      </p:sp>
      <p:pic>
        <p:nvPicPr>
          <p:cNvPr id="2" name="Hình ảnh 1" descr="Ảnh có chứa thiết kế đồ họa, ảnh chụp màn hình, Đồ họa, văn bản&#10;&#10;Nội dung do AI tạo ra có thể không chính xác.">
            <a:extLst>
              <a:ext uri="{FF2B5EF4-FFF2-40B4-BE49-F238E27FC236}">
                <a16:creationId xmlns:a16="http://schemas.microsoft.com/office/drawing/2014/main" id="{47157B55-1BDA-383C-9D93-95422001A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92" y="1878478"/>
            <a:ext cx="6853503" cy="1064614"/>
          </a:xfrm>
          <a:prstGeom prst="rect">
            <a:avLst/>
          </a:prstGeom>
        </p:spPr>
      </p:pic>
      <p:pic>
        <p:nvPicPr>
          <p:cNvPr id="3" name="Hình ảnh 2" descr="Ảnh có chứa văn bản, thực phẩm&#10;&#10;Nội dung do AI tạo ra có thể không chính xác.">
            <a:extLst>
              <a:ext uri="{FF2B5EF4-FFF2-40B4-BE49-F238E27FC236}">
                <a16:creationId xmlns:a16="http://schemas.microsoft.com/office/drawing/2014/main" id="{81F54E7D-2E55-A3BF-2C81-07EF8972D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745" y="3514405"/>
            <a:ext cx="6215198" cy="1739437"/>
          </a:xfrm>
          <a:prstGeom prst="rect">
            <a:avLst/>
          </a:prstGeom>
        </p:spPr>
      </p:pic>
      <p:pic>
        <p:nvPicPr>
          <p:cNvPr id="4" name="Hình ảnh 3">
            <a:extLst>
              <a:ext uri="{FF2B5EF4-FFF2-40B4-BE49-F238E27FC236}">
                <a16:creationId xmlns:a16="http://schemas.microsoft.com/office/drawing/2014/main" id="{DC72BF18-0ED3-F0B6-A969-4B8526184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798" y="5541981"/>
            <a:ext cx="10836106" cy="83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8851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33F2867-0775-2D6E-9C45-9D9A03032B8F}"/>
              </a:ext>
            </a:extLst>
          </p:cNvPr>
          <p:cNvSpPr txBox="1"/>
          <p:nvPr/>
        </p:nvSpPr>
        <p:spPr>
          <a:xfrm>
            <a:off x="481013" y="3752849"/>
            <a:ext cx="3290887" cy="2452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lvl="0" algn="ctr">
              <a:defRPr sz="32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l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tx1"/>
                </a:solidFill>
                <a:ea typeface="+mj-ea"/>
              </a:rPr>
              <a:t>4. KẾT QUẢ NGHIÊN CỨU</a:t>
            </a:r>
          </a:p>
        </p:txBody>
      </p:sp>
      <p:pic>
        <p:nvPicPr>
          <p:cNvPr id="2" name="Hình ảnh 1" descr="Ảnh có chứa văn bản, giáng sinh, cây giáng sinh, ảnh chụp màn hình&#10;&#10;Nội dung do AI tạo ra có thể không chính xác.">
            <a:extLst>
              <a:ext uri="{FF2B5EF4-FFF2-40B4-BE49-F238E27FC236}">
                <a16:creationId xmlns:a16="http://schemas.microsoft.com/office/drawing/2014/main" id="{5DC2620D-E693-2C85-6F92-0198ED8632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473" b="14076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5542D0-3417-994D-BC8B-D0ADCBAE2318}"/>
              </a:ext>
            </a:extLst>
          </p:cNvPr>
          <p:cNvSpPr txBox="1"/>
          <p:nvPr/>
        </p:nvSpPr>
        <p:spPr>
          <a:xfrm>
            <a:off x="4223982" y="3752850"/>
            <a:ext cx="7485413" cy="2452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sản phẩm theo thương hiệu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685800" indent="-4572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Thanh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4572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4572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4572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8052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3D2B20-BC25-0FF8-F31D-CB1A43BBC6CA}"/>
              </a:ext>
            </a:extLst>
          </p:cNvPr>
          <p:cNvSpPr txBox="1"/>
          <p:nvPr/>
        </p:nvSpPr>
        <p:spPr>
          <a:xfrm>
            <a:off x="506670" y="1428452"/>
            <a:ext cx="7308402" cy="4077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Xiaomi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Thanh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Banner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Thẻ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Hiển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cốt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lõi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đãi</a:t>
            </a:r>
            <a:endParaRPr lang="vi-VN" sz="2800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4B4ED8-8755-D497-DFA1-102345E0D2AE}"/>
              </a:ext>
            </a:extLst>
          </p:cNvPr>
          <p:cNvSpPr txBox="1"/>
          <p:nvPr/>
        </p:nvSpPr>
        <p:spPr>
          <a:xfrm>
            <a:off x="742096" y="596440"/>
            <a:ext cx="107078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ctr">
              <a:defRPr sz="32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4. KẾT QUẢ NGHIÊN CỨU</a:t>
            </a:r>
            <a:endParaRPr lang="vi-VN" dirty="0"/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C1B66051-59F1-8C5F-3E74-A27564D14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384" y="3108960"/>
            <a:ext cx="7347950" cy="348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0610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17FBED-7F51-BA2B-955A-F25C525AEE3B}"/>
              </a:ext>
            </a:extLst>
          </p:cNvPr>
          <p:cNvSpPr txBox="1"/>
          <p:nvPr/>
        </p:nvSpPr>
        <p:spPr>
          <a:xfrm>
            <a:off x="697738" y="1635444"/>
            <a:ext cx="613979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Xiaomi 15 Ultra: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3DEB46-5EF5-D414-819A-76649625ABC3}"/>
              </a:ext>
            </a:extLst>
          </p:cNvPr>
          <p:cNvSpPr txBox="1"/>
          <p:nvPr/>
        </p:nvSpPr>
        <p:spPr>
          <a:xfrm>
            <a:off x="742096" y="596440"/>
            <a:ext cx="107078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ctr">
              <a:defRPr sz="32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4. KẾT QUẢ NGHIÊN CỨU</a:t>
            </a:r>
            <a:endParaRPr lang="vi-VN" dirty="0"/>
          </a:p>
        </p:txBody>
      </p:sp>
      <p:pic>
        <p:nvPicPr>
          <p:cNvPr id="2" name="Hình ảnh 1" descr="Ảnh có chứa văn bản, cây giáng sinh, Website, giáng sinh&#10;&#10;Nội dung do AI tạo ra có thể không chính xác.">
            <a:extLst>
              <a:ext uri="{FF2B5EF4-FFF2-40B4-BE49-F238E27FC236}">
                <a16:creationId xmlns:a16="http://schemas.microsoft.com/office/drawing/2014/main" id="{2049B53B-2A7E-099F-5974-169B700EB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427" y="2157730"/>
            <a:ext cx="6509311" cy="441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183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C3790-2D58-E734-EAFF-C95B609B1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499C5D8-05D5-CF00-5F1C-E65C78DD3990}"/>
              </a:ext>
            </a:extLst>
          </p:cNvPr>
          <p:cNvSpPr txBox="1"/>
          <p:nvPr/>
        </p:nvSpPr>
        <p:spPr>
          <a:xfrm>
            <a:off x="226262" y="1659828"/>
            <a:ext cx="6139790" cy="3050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Thanh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mẫu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0B7E5F-2260-C98C-C0C0-7BF32274EF1E}"/>
              </a:ext>
            </a:extLst>
          </p:cNvPr>
          <p:cNvSpPr txBox="1"/>
          <p:nvPr/>
        </p:nvSpPr>
        <p:spPr>
          <a:xfrm>
            <a:off x="742096" y="596440"/>
            <a:ext cx="107078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ctr">
              <a:defRPr sz="32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4. KẾT QUẢ NGHIÊN CỨU</a:t>
            </a:r>
            <a:endParaRPr lang="vi-VN" dirty="0"/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160706AB-4D9C-09CD-BC16-A73F34B99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5854" y="1437893"/>
            <a:ext cx="4489884" cy="516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6151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F631-AE34-C013-3334-91176ACA1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9AE74B-5897-953E-E0E9-51621EA5DBF3}"/>
              </a:ext>
            </a:extLst>
          </p:cNvPr>
          <p:cNvSpPr txBox="1"/>
          <p:nvPr/>
        </p:nvSpPr>
        <p:spPr>
          <a:xfrm>
            <a:off x="226262" y="1659828"/>
            <a:ext cx="6139790" cy="3789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Thanh điều hướng, </a:t>
            </a:r>
            <a:r>
              <a:rPr lang="vi-V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banner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tên cửa hàng.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thẻ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E47DBF-37C8-1BA6-03A7-41ADD040D24B}"/>
              </a:ext>
            </a:extLst>
          </p:cNvPr>
          <p:cNvSpPr txBox="1"/>
          <p:nvPr/>
        </p:nvSpPr>
        <p:spPr>
          <a:xfrm>
            <a:off x="742096" y="596440"/>
            <a:ext cx="107078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ctr">
              <a:defRPr sz="32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4. KẾT QUẢ NGHIÊN CỨU</a:t>
            </a:r>
            <a:endParaRPr lang="vi-VN" dirty="0"/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47BC9063-7A4D-D6F7-D797-E197908DB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469" y="3429000"/>
            <a:ext cx="7044269" cy="332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8730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B3C79-3A18-5073-B0B0-25B673CFD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0F29FE-EEBD-8F33-7B91-6FA6D39150A3}"/>
              </a:ext>
            </a:extLst>
          </p:cNvPr>
          <p:cNvSpPr txBox="1"/>
          <p:nvPr/>
        </p:nvSpPr>
        <p:spPr>
          <a:xfrm>
            <a:off x="336642" y="605965"/>
            <a:ext cx="107078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ctr">
              <a:defRPr sz="32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 5. KẾT LUẬN VÀ HƯỚNG PHÁT TRIỂN</a:t>
            </a:r>
            <a:endParaRPr lang="vi-V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226E90-0D83-E646-18B3-EF3977FF7DC1}"/>
              </a:ext>
            </a:extLst>
          </p:cNvPr>
          <p:cNvSpPr txBox="1"/>
          <p:nvPr/>
        </p:nvSpPr>
        <p:spPr>
          <a:xfrm>
            <a:off x="465727" y="1428452"/>
            <a:ext cx="11112122" cy="508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TAM JOHN MOBILE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Website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trò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86155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17FC7-6129-4CD9-141D-FEE529DDC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2ED975-365E-C70C-3B4D-FE01A6D6F6C9}"/>
              </a:ext>
            </a:extLst>
          </p:cNvPr>
          <p:cNvSpPr txBox="1"/>
          <p:nvPr/>
        </p:nvSpPr>
        <p:spPr>
          <a:xfrm>
            <a:off x="336642" y="605965"/>
            <a:ext cx="107078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ctr">
              <a:defRPr sz="32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 5. KẾT LUẬN VÀ HƯỚNG PHÁT TRIỂN</a:t>
            </a:r>
            <a:endParaRPr lang="vi-V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DC90D0-D295-6AB7-A192-53886E6095B2}"/>
              </a:ext>
            </a:extLst>
          </p:cNvPr>
          <p:cNvSpPr txBox="1"/>
          <p:nvPr/>
        </p:nvSpPr>
        <p:spPr>
          <a:xfrm>
            <a:off x="451476" y="1450721"/>
            <a:ext cx="11112122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 err="1"/>
              <a:t>Tích</a:t>
            </a:r>
            <a:r>
              <a:rPr lang="en-US" sz="3200" dirty="0"/>
              <a:t> </a:t>
            </a:r>
            <a:r>
              <a:rPr lang="en-US" sz="3200" dirty="0" err="1"/>
              <a:t>hợp</a:t>
            </a:r>
            <a:r>
              <a:rPr lang="en-US" sz="3200" dirty="0"/>
              <a:t> </a:t>
            </a:r>
            <a:r>
              <a:rPr lang="en-US" sz="3200" dirty="0" err="1"/>
              <a:t>cơ</a:t>
            </a:r>
            <a:r>
              <a:rPr lang="en-US" sz="3200" dirty="0"/>
              <a:t> </a:t>
            </a:r>
            <a:r>
              <a:rPr lang="en-US" sz="3200" dirty="0" err="1"/>
              <a:t>sở</a:t>
            </a:r>
            <a:r>
              <a:rPr lang="en-US" sz="3200" dirty="0"/>
              <a:t> </a:t>
            </a:r>
            <a:r>
              <a:rPr lang="en-US" sz="3200" dirty="0" err="1"/>
              <a:t>dữ</a:t>
            </a:r>
            <a:r>
              <a:rPr lang="en-US" sz="3200" dirty="0"/>
              <a:t> </a:t>
            </a:r>
            <a:r>
              <a:rPr lang="en-US" sz="3200" dirty="0" err="1"/>
              <a:t>liệu</a:t>
            </a:r>
            <a:r>
              <a:rPr lang="en-US" sz="3200" dirty="0"/>
              <a:t> </a:t>
            </a:r>
            <a:r>
              <a:rPr lang="en-US" sz="3200" dirty="0" err="1"/>
              <a:t>để</a:t>
            </a:r>
            <a:r>
              <a:rPr lang="en-US" sz="3200" dirty="0"/>
              <a:t> </a:t>
            </a:r>
            <a:r>
              <a:rPr lang="en-US" sz="3200" dirty="0" err="1"/>
              <a:t>quản</a:t>
            </a:r>
            <a:r>
              <a:rPr lang="en-US" sz="3200" dirty="0"/>
              <a:t> </a:t>
            </a:r>
            <a:r>
              <a:rPr lang="en-US" sz="3200" dirty="0" err="1"/>
              <a:t>lý</a:t>
            </a:r>
            <a:r>
              <a:rPr lang="en-US" sz="3200" dirty="0"/>
              <a:t> </a:t>
            </a:r>
            <a:r>
              <a:rPr lang="en-US" sz="3200" dirty="0" err="1"/>
              <a:t>thông</a:t>
            </a:r>
            <a:r>
              <a:rPr lang="en-US" sz="3200" dirty="0"/>
              <a:t> tin </a:t>
            </a:r>
            <a:r>
              <a:rPr lang="en-US" sz="3200" dirty="0" err="1"/>
              <a:t>sản</a:t>
            </a:r>
            <a:r>
              <a:rPr lang="en-US" sz="3200" dirty="0"/>
              <a:t> </a:t>
            </a:r>
            <a:r>
              <a:rPr lang="en-US" sz="3200" dirty="0" err="1"/>
              <a:t>phẩm</a:t>
            </a:r>
            <a:r>
              <a:rPr lang="en-US" sz="3200" dirty="0"/>
              <a:t> </a:t>
            </a:r>
            <a:r>
              <a:rPr lang="en-US" sz="3200" dirty="0" err="1"/>
              <a:t>và</a:t>
            </a:r>
            <a:r>
              <a:rPr lang="en-US" sz="3200" dirty="0"/>
              <a:t> </a:t>
            </a:r>
            <a:r>
              <a:rPr lang="en-US" sz="3200" dirty="0" err="1"/>
              <a:t>người</a:t>
            </a:r>
            <a:r>
              <a:rPr lang="en-US" sz="3200" dirty="0"/>
              <a:t> </a:t>
            </a:r>
            <a:r>
              <a:rPr lang="en-US" sz="3200" dirty="0" err="1"/>
              <a:t>dùng</a:t>
            </a:r>
            <a:r>
              <a:rPr lang="en-US" sz="3200" dirty="0"/>
              <a:t> </a:t>
            </a:r>
            <a:r>
              <a:rPr lang="en-US" sz="3200" dirty="0" err="1"/>
              <a:t>một</a:t>
            </a:r>
            <a:r>
              <a:rPr lang="en-US" sz="3200" dirty="0"/>
              <a:t> </a:t>
            </a:r>
            <a:r>
              <a:rPr lang="en-US" sz="3200" dirty="0" err="1"/>
              <a:t>cách</a:t>
            </a:r>
            <a:r>
              <a:rPr lang="en-US" sz="3200" dirty="0"/>
              <a:t> </a:t>
            </a:r>
            <a:r>
              <a:rPr lang="en-US" sz="3200" dirty="0" err="1"/>
              <a:t>chuyên</a:t>
            </a:r>
            <a:r>
              <a:rPr lang="en-US" sz="3200" dirty="0"/>
              <a:t> </a:t>
            </a:r>
            <a:r>
              <a:rPr lang="en-US" sz="3200" dirty="0" err="1"/>
              <a:t>nghiệp</a:t>
            </a:r>
            <a:r>
              <a:rPr lang="en-US" sz="3200" dirty="0"/>
              <a:t> </a:t>
            </a:r>
            <a:r>
              <a:rPr lang="en-US" sz="3200" dirty="0" err="1"/>
              <a:t>hơn</a:t>
            </a:r>
            <a:r>
              <a:rPr lang="en-US" sz="3200" dirty="0"/>
              <a:t>.</a:t>
            </a:r>
          </a:p>
          <a:p>
            <a:pPr>
              <a:lnSpc>
                <a:spcPct val="150000"/>
              </a:lnSpc>
            </a:pPr>
            <a:endParaRPr lang="en-US" sz="32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 err="1"/>
              <a:t>Phát</a:t>
            </a:r>
            <a:r>
              <a:rPr lang="en-US" sz="3200" dirty="0"/>
              <a:t> </a:t>
            </a:r>
            <a:r>
              <a:rPr lang="en-US" sz="3200" dirty="0" err="1"/>
              <a:t>triển</a:t>
            </a:r>
            <a:r>
              <a:rPr lang="en-US" sz="3200" dirty="0"/>
              <a:t> </a:t>
            </a:r>
            <a:r>
              <a:rPr lang="en-US" sz="3200" dirty="0" err="1"/>
              <a:t>các</a:t>
            </a:r>
            <a:r>
              <a:rPr lang="en-US" sz="3200" dirty="0"/>
              <a:t> </a:t>
            </a:r>
            <a:r>
              <a:rPr lang="en-US" sz="3200" dirty="0" err="1"/>
              <a:t>chức</a:t>
            </a:r>
            <a:r>
              <a:rPr lang="en-US" sz="3200" dirty="0"/>
              <a:t> </a:t>
            </a:r>
            <a:r>
              <a:rPr lang="en-US" sz="3200" dirty="0" err="1"/>
              <a:t>năng</a:t>
            </a:r>
            <a:r>
              <a:rPr lang="en-US" sz="3200" dirty="0"/>
              <a:t> </a:t>
            </a:r>
            <a:r>
              <a:rPr lang="en-US" sz="3200" dirty="0" err="1"/>
              <a:t>đăng</a:t>
            </a:r>
            <a:r>
              <a:rPr lang="en-US" sz="3200" dirty="0"/>
              <a:t> </a:t>
            </a:r>
            <a:r>
              <a:rPr lang="en-US" sz="3200" dirty="0" err="1"/>
              <a:t>nhập</a:t>
            </a:r>
            <a:r>
              <a:rPr lang="en-US" sz="3200" dirty="0"/>
              <a:t>, </a:t>
            </a:r>
            <a:r>
              <a:rPr lang="en-US" sz="3200" dirty="0" err="1"/>
              <a:t>quản</a:t>
            </a:r>
            <a:r>
              <a:rPr lang="en-US" sz="3200" dirty="0"/>
              <a:t> </a:t>
            </a:r>
            <a:r>
              <a:rPr lang="en-US" sz="3200" dirty="0" err="1"/>
              <a:t>lý</a:t>
            </a:r>
            <a:r>
              <a:rPr lang="en-US" sz="3200" dirty="0"/>
              <a:t> </a:t>
            </a:r>
            <a:r>
              <a:rPr lang="en-US" sz="3200" dirty="0" err="1"/>
              <a:t>tài</a:t>
            </a:r>
            <a:r>
              <a:rPr lang="en-US" sz="3200" dirty="0"/>
              <a:t> </a:t>
            </a:r>
            <a:r>
              <a:rPr lang="en-US" sz="3200" dirty="0" err="1"/>
              <a:t>khoản</a:t>
            </a:r>
            <a:r>
              <a:rPr lang="en-US" sz="3200" dirty="0"/>
              <a:t> </a:t>
            </a:r>
            <a:r>
              <a:rPr lang="en-US" sz="3200" dirty="0" err="1"/>
              <a:t>người</a:t>
            </a:r>
            <a:r>
              <a:rPr lang="en-US" sz="3200" dirty="0"/>
              <a:t> </a:t>
            </a:r>
            <a:r>
              <a:rPr lang="en-US" sz="3200" dirty="0" err="1"/>
              <a:t>dùng</a:t>
            </a:r>
            <a:r>
              <a:rPr lang="en-US" sz="3200" dirty="0"/>
              <a:t> </a:t>
            </a:r>
            <a:r>
              <a:rPr lang="en-US" sz="3200" dirty="0" err="1"/>
              <a:t>và</a:t>
            </a:r>
            <a:r>
              <a:rPr lang="en-US" sz="3200" dirty="0"/>
              <a:t> </a:t>
            </a:r>
            <a:r>
              <a:rPr lang="en-US" sz="3200" dirty="0" err="1"/>
              <a:t>đặt</a:t>
            </a:r>
            <a:r>
              <a:rPr lang="en-US" sz="3200" dirty="0"/>
              <a:t> </a:t>
            </a:r>
            <a:r>
              <a:rPr lang="en-US" sz="3200" dirty="0" err="1"/>
              <a:t>hàng</a:t>
            </a:r>
            <a:r>
              <a:rPr lang="en-US" sz="3200" dirty="0"/>
              <a:t> </a:t>
            </a:r>
            <a:r>
              <a:rPr lang="en-US" sz="3200" dirty="0" err="1"/>
              <a:t>trực</a:t>
            </a:r>
            <a:r>
              <a:rPr lang="en-US" sz="3200" dirty="0"/>
              <a:t> </a:t>
            </a:r>
            <a:r>
              <a:rPr lang="en-US" sz="3200" dirty="0" err="1"/>
              <a:t>tuyến</a:t>
            </a:r>
            <a:r>
              <a:rPr lang="en-US" sz="3200" dirty="0"/>
              <a:t>.</a:t>
            </a:r>
          </a:p>
          <a:p>
            <a:pPr lvl="0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3404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FD621-EFA5-86A0-86A0-ACBB589C1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BADD8E-CF51-4A8C-70DC-55A638BFB2A3}"/>
              </a:ext>
            </a:extLst>
          </p:cNvPr>
          <p:cNvSpPr txBox="1"/>
          <p:nvPr/>
        </p:nvSpPr>
        <p:spPr>
          <a:xfrm>
            <a:off x="336642" y="605965"/>
            <a:ext cx="107078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lvl="0" algn="ctr">
              <a:defRPr sz="32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 5. KẾT LUẬN VÀ HƯỚNG PHÁT TRIỂN</a:t>
            </a:r>
            <a:endParaRPr lang="vi-V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EA27E-A40C-E85C-68C2-6A687B052455}"/>
              </a:ext>
            </a:extLst>
          </p:cNvPr>
          <p:cNvSpPr txBox="1"/>
          <p:nvPr/>
        </p:nvSpPr>
        <p:spPr>
          <a:xfrm>
            <a:off x="451476" y="1450721"/>
            <a:ext cx="11112122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 err="1"/>
              <a:t>Nâng</a:t>
            </a:r>
            <a:r>
              <a:rPr lang="en-US" sz="3200" dirty="0"/>
              <a:t> </a:t>
            </a:r>
            <a:r>
              <a:rPr lang="en-US" sz="3200" dirty="0" err="1"/>
              <a:t>cấp</a:t>
            </a:r>
            <a:r>
              <a:rPr lang="en-US" sz="3200" dirty="0"/>
              <a:t> </a:t>
            </a:r>
            <a:r>
              <a:rPr lang="en-US" sz="3200" dirty="0" err="1"/>
              <a:t>giao</a:t>
            </a:r>
            <a:r>
              <a:rPr lang="en-US" sz="3200" dirty="0"/>
              <a:t> </a:t>
            </a:r>
            <a:r>
              <a:rPr lang="en-US" sz="3200" dirty="0" err="1"/>
              <a:t>diện</a:t>
            </a:r>
            <a:r>
              <a:rPr lang="en-US" sz="3200" dirty="0"/>
              <a:t> </a:t>
            </a:r>
            <a:r>
              <a:rPr lang="en-US" sz="3200" dirty="0" err="1"/>
              <a:t>và</a:t>
            </a:r>
            <a:r>
              <a:rPr lang="en-US" sz="3200" dirty="0"/>
              <a:t> </a:t>
            </a:r>
            <a:r>
              <a:rPr lang="en-US" sz="3200" dirty="0" err="1"/>
              <a:t>bổ</a:t>
            </a:r>
            <a:r>
              <a:rPr lang="en-US" sz="3200" dirty="0"/>
              <a:t> sung </a:t>
            </a:r>
            <a:r>
              <a:rPr lang="en-US" sz="3200" dirty="0" err="1"/>
              <a:t>các</a:t>
            </a:r>
            <a:r>
              <a:rPr lang="en-US" sz="3200" dirty="0"/>
              <a:t> </a:t>
            </a:r>
            <a:r>
              <a:rPr lang="en-US" sz="3200" dirty="0" err="1"/>
              <a:t>tính</a:t>
            </a:r>
            <a:r>
              <a:rPr lang="en-US" sz="3200" dirty="0"/>
              <a:t> </a:t>
            </a:r>
            <a:r>
              <a:rPr lang="en-US" sz="3200" dirty="0" err="1"/>
              <a:t>năng</a:t>
            </a:r>
            <a:r>
              <a:rPr lang="en-US" sz="3200" dirty="0"/>
              <a:t> </a:t>
            </a:r>
            <a:r>
              <a:rPr lang="en-US" sz="3200" dirty="0" err="1"/>
              <a:t>tương</a:t>
            </a:r>
            <a:r>
              <a:rPr lang="en-US" sz="3200" dirty="0"/>
              <a:t> </a:t>
            </a:r>
            <a:r>
              <a:rPr lang="en-US" sz="3200" dirty="0" err="1"/>
              <a:t>tác</a:t>
            </a:r>
            <a:r>
              <a:rPr lang="en-US" sz="3200" dirty="0"/>
              <a:t> </a:t>
            </a:r>
            <a:r>
              <a:rPr lang="en-US" sz="3200" dirty="0" err="1"/>
              <a:t>như</a:t>
            </a:r>
            <a:r>
              <a:rPr lang="en-US" sz="3200" dirty="0"/>
              <a:t> </a:t>
            </a:r>
            <a:r>
              <a:rPr lang="en-US" sz="3200" dirty="0" err="1"/>
              <a:t>tìm</a:t>
            </a:r>
            <a:r>
              <a:rPr lang="en-US" sz="3200" dirty="0"/>
              <a:t> </a:t>
            </a:r>
            <a:r>
              <a:rPr lang="en-US" sz="3200" dirty="0" err="1"/>
              <a:t>kiếm</a:t>
            </a:r>
            <a:r>
              <a:rPr lang="en-US" sz="3200" dirty="0"/>
              <a:t> </a:t>
            </a:r>
            <a:r>
              <a:rPr lang="en-US" sz="3200" dirty="0" err="1"/>
              <a:t>sản</a:t>
            </a:r>
            <a:r>
              <a:rPr lang="en-US" sz="3200" dirty="0"/>
              <a:t> </a:t>
            </a:r>
            <a:r>
              <a:rPr lang="en-US" sz="3200" dirty="0" err="1"/>
              <a:t>phẩm</a:t>
            </a:r>
            <a:r>
              <a:rPr lang="en-US" sz="3200" dirty="0"/>
              <a:t>, </a:t>
            </a:r>
            <a:r>
              <a:rPr lang="en-US" sz="3200" dirty="0" err="1"/>
              <a:t>đánh</a:t>
            </a:r>
            <a:r>
              <a:rPr lang="en-US" sz="3200" dirty="0"/>
              <a:t> </a:t>
            </a:r>
            <a:r>
              <a:rPr lang="en-US" sz="3200" dirty="0" err="1"/>
              <a:t>giá</a:t>
            </a:r>
            <a:r>
              <a:rPr lang="en-US" sz="3200" dirty="0"/>
              <a:t> </a:t>
            </a:r>
            <a:r>
              <a:rPr lang="en-US" sz="3200" dirty="0" err="1"/>
              <a:t>và</a:t>
            </a:r>
            <a:r>
              <a:rPr lang="en-US" sz="3200" dirty="0"/>
              <a:t> </a:t>
            </a:r>
            <a:r>
              <a:rPr lang="en-US" sz="3200" dirty="0" err="1"/>
              <a:t>phản</a:t>
            </a:r>
            <a:r>
              <a:rPr lang="en-US" sz="3200" dirty="0"/>
              <a:t> </a:t>
            </a:r>
            <a:r>
              <a:rPr lang="en-US" sz="3200" dirty="0" err="1"/>
              <a:t>hồi</a:t>
            </a:r>
            <a:r>
              <a:rPr lang="en-US" sz="3200" dirty="0"/>
              <a:t> </a:t>
            </a:r>
            <a:r>
              <a:rPr lang="en-US" sz="3200" dirty="0" err="1"/>
              <a:t>của</a:t>
            </a:r>
            <a:r>
              <a:rPr lang="en-US" sz="3200" dirty="0"/>
              <a:t> </a:t>
            </a:r>
            <a:r>
              <a:rPr lang="en-US" sz="3200" dirty="0" err="1"/>
              <a:t>khách</a:t>
            </a:r>
            <a:r>
              <a:rPr lang="en-US" sz="3200" dirty="0"/>
              <a:t> </a:t>
            </a:r>
            <a:r>
              <a:rPr lang="en-US" sz="3200" dirty="0" err="1"/>
              <a:t>hàng</a:t>
            </a:r>
            <a:r>
              <a:rPr lang="en-US" sz="3200" dirty="0"/>
              <a:t>.</a:t>
            </a:r>
          </a:p>
          <a:p>
            <a:pPr>
              <a:lnSpc>
                <a:spcPct val="150000"/>
              </a:lnSpc>
            </a:pPr>
            <a:endParaRPr lang="en-US" sz="32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 err="1"/>
              <a:t>Tối</a:t>
            </a:r>
            <a:r>
              <a:rPr lang="en-US" sz="3200" dirty="0"/>
              <a:t> </a:t>
            </a:r>
            <a:r>
              <a:rPr lang="en-US" sz="3200" dirty="0" err="1"/>
              <a:t>ưu</a:t>
            </a:r>
            <a:r>
              <a:rPr lang="en-US" sz="3200" dirty="0"/>
              <a:t> </a:t>
            </a:r>
            <a:r>
              <a:rPr lang="en-US" sz="3200" dirty="0" err="1"/>
              <a:t>hiệu</a:t>
            </a:r>
            <a:r>
              <a:rPr lang="en-US" sz="3200" dirty="0"/>
              <a:t> </a:t>
            </a:r>
            <a:r>
              <a:rPr lang="en-US" sz="3200" dirty="0" err="1"/>
              <a:t>năng</a:t>
            </a:r>
            <a:r>
              <a:rPr lang="en-US" sz="3200" dirty="0"/>
              <a:t> </a:t>
            </a:r>
            <a:r>
              <a:rPr lang="en-US" sz="3200" dirty="0" err="1"/>
              <a:t>và</a:t>
            </a:r>
            <a:r>
              <a:rPr lang="en-US" sz="3200" dirty="0"/>
              <a:t> </a:t>
            </a:r>
            <a:r>
              <a:rPr lang="en-US" sz="3200" dirty="0" err="1"/>
              <a:t>bảo</a:t>
            </a:r>
            <a:r>
              <a:rPr lang="en-US" sz="3200" dirty="0"/>
              <a:t> </a:t>
            </a:r>
            <a:r>
              <a:rPr lang="en-US" sz="3200" dirty="0" err="1"/>
              <a:t>mật</a:t>
            </a:r>
            <a:r>
              <a:rPr lang="en-US" sz="3200" dirty="0"/>
              <a:t> </a:t>
            </a:r>
            <a:r>
              <a:rPr lang="en-US" sz="3200" dirty="0" err="1"/>
              <a:t>nhằm</a:t>
            </a:r>
            <a:r>
              <a:rPr lang="en-US" sz="3200" dirty="0"/>
              <a:t> </a:t>
            </a:r>
            <a:r>
              <a:rPr lang="en-US" sz="3200" dirty="0" err="1"/>
              <a:t>đáp</a:t>
            </a:r>
            <a:r>
              <a:rPr lang="en-US" sz="3200" dirty="0"/>
              <a:t> </a:t>
            </a:r>
            <a:r>
              <a:rPr lang="en-US" sz="3200" dirty="0" err="1"/>
              <a:t>ứng</a:t>
            </a:r>
            <a:r>
              <a:rPr lang="en-US" sz="3200" dirty="0"/>
              <a:t> </a:t>
            </a:r>
            <a:r>
              <a:rPr lang="en-US" sz="3200" dirty="0" err="1"/>
              <a:t>tốt</a:t>
            </a:r>
            <a:r>
              <a:rPr lang="en-US" sz="3200" dirty="0"/>
              <a:t> </a:t>
            </a:r>
            <a:r>
              <a:rPr lang="en-US" sz="3200" dirty="0" err="1"/>
              <a:t>hơn</a:t>
            </a:r>
            <a:r>
              <a:rPr lang="en-US" sz="3200" dirty="0"/>
              <a:t> </a:t>
            </a:r>
            <a:r>
              <a:rPr lang="en-US" sz="3200" dirty="0" err="1"/>
              <a:t>nhu</a:t>
            </a:r>
            <a:r>
              <a:rPr lang="en-US" sz="3200" dirty="0"/>
              <a:t> </a:t>
            </a:r>
            <a:r>
              <a:rPr lang="en-US" sz="3200" dirty="0" err="1"/>
              <a:t>cầu</a:t>
            </a:r>
            <a:r>
              <a:rPr lang="en-US" sz="3200" dirty="0"/>
              <a:t> </a:t>
            </a:r>
            <a:r>
              <a:rPr lang="en-US" sz="3200" dirty="0" err="1"/>
              <a:t>sử</a:t>
            </a:r>
            <a:r>
              <a:rPr lang="en-US" sz="3200" dirty="0"/>
              <a:t> </a:t>
            </a:r>
            <a:r>
              <a:rPr lang="en-US" sz="3200" dirty="0" err="1"/>
              <a:t>dụng</a:t>
            </a:r>
            <a:r>
              <a:rPr lang="en-US" sz="3200" dirty="0"/>
              <a:t> </a:t>
            </a:r>
            <a:r>
              <a:rPr lang="en-US" sz="3200" dirty="0" err="1"/>
              <a:t>thực</a:t>
            </a:r>
            <a:r>
              <a:rPr lang="en-US" sz="3200" dirty="0"/>
              <a:t> </a:t>
            </a:r>
            <a:r>
              <a:rPr lang="en-US" sz="3200" dirty="0" err="1"/>
              <a:t>tế</a:t>
            </a:r>
            <a:r>
              <a:rPr lang="en-US" sz="3200" dirty="0"/>
              <a:t>.</a:t>
            </a:r>
          </a:p>
          <a:p>
            <a:pPr lvl="0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4842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6F0939-F15C-0E99-AF7A-FEBA22F63D24}"/>
              </a:ext>
            </a:extLst>
          </p:cNvPr>
          <p:cNvSpPr/>
          <p:nvPr/>
        </p:nvSpPr>
        <p:spPr>
          <a:xfrm>
            <a:off x="3890943" y="2967335"/>
            <a:ext cx="441011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55094873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1827</Words>
  <Application>Microsoft Office PowerPoint</Application>
  <PresentationFormat>Màn hình rộng</PresentationFormat>
  <Paragraphs>187</Paragraphs>
  <Slides>35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5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35</vt:i4>
      </vt:variant>
    </vt:vector>
  </HeadingPairs>
  <TitlesOfParts>
    <vt:vector size="41" baseType="lpstr">
      <vt:lpstr>Aptos</vt:lpstr>
      <vt:lpstr>Aptos Display</vt:lpstr>
      <vt:lpstr>Arial</vt:lpstr>
      <vt:lpstr>Times New Roman</vt:lpstr>
      <vt:lpstr>Wingdings</vt:lpstr>
      <vt:lpstr>Chủ đề Office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 Le</dc:creator>
  <cp:lastModifiedBy>Tam Le</cp:lastModifiedBy>
  <cp:revision>4</cp:revision>
  <dcterms:created xsi:type="dcterms:W3CDTF">2026-01-05T02:07:20Z</dcterms:created>
  <dcterms:modified xsi:type="dcterms:W3CDTF">2026-01-15T08:35:20Z</dcterms:modified>
</cp:coreProperties>
</file>